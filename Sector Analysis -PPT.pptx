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Arimo"/>
      <p:regular r:id="rId26"/>
      <p:bold r:id="rId27"/>
      <p:italic r:id="rId28"/>
      <p:boldItalic r:id="rId29"/>
    </p:embeddedFont>
    <p:embeddedFont>
      <p:font typeface="Maven Pro"/>
      <p:regular r:id="rId30"/>
      <p:bold r:id="rId31"/>
    </p:embeddedFont>
    <p:embeddedFont>
      <p:font typeface="Noto Sans Symbols"/>
      <p:regular r:id="rId32"/>
      <p:bold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rimo-regular.fntdata"/><Relationship Id="rId25" Type="http://schemas.openxmlformats.org/officeDocument/2006/relationships/slide" Target="slides/slide21.xml"/><Relationship Id="rId28" Type="http://schemas.openxmlformats.org/officeDocument/2006/relationships/font" Target="fonts/Arimo-italic.fntdata"/><Relationship Id="rId27" Type="http://schemas.openxmlformats.org/officeDocument/2006/relationships/font" Target="fonts/Arim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rim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avenPro-bold.fntdata"/><Relationship Id="rId30" Type="http://schemas.openxmlformats.org/officeDocument/2006/relationships/font" Target="fonts/MavenPro-regular.fntdata"/><Relationship Id="rId11" Type="http://schemas.openxmlformats.org/officeDocument/2006/relationships/slide" Target="slides/slide7.xml"/><Relationship Id="rId33" Type="http://schemas.openxmlformats.org/officeDocument/2006/relationships/font" Target="fonts/NotoSansSymbols-bold.fntdata"/><Relationship Id="rId10" Type="http://schemas.openxmlformats.org/officeDocument/2006/relationships/slide" Target="slides/slide6.xml"/><Relationship Id="rId32" Type="http://schemas.openxmlformats.org/officeDocument/2006/relationships/font" Target="fonts/NotoSansSymbols-regular.fntdata"/><Relationship Id="rId13" Type="http://schemas.openxmlformats.org/officeDocument/2006/relationships/slide" Target="slides/slide9.xml"/><Relationship Id="rId35" Type="http://schemas.openxmlformats.org/officeDocument/2006/relationships/font" Target="fonts/CenturyGothic-bold.fntdata"/><Relationship Id="rId12" Type="http://schemas.openxmlformats.org/officeDocument/2006/relationships/slide" Target="slides/slide8.xml"/><Relationship Id="rId34" Type="http://schemas.openxmlformats.org/officeDocument/2006/relationships/font" Target="fonts/CenturyGothic-regular.fntdata"/><Relationship Id="rId15" Type="http://schemas.openxmlformats.org/officeDocument/2006/relationships/slide" Target="slides/slide11.xml"/><Relationship Id="rId37" Type="http://schemas.openxmlformats.org/officeDocument/2006/relationships/font" Target="fonts/CenturyGothic-boldItalic.fntdata"/><Relationship Id="rId14" Type="http://schemas.openxmlformats.org/officeDocument/2006/relationships/slide" Target="slides/slide10.xml"/><Relationship Id="rId36" Type="http://schemas.openxmlformats.org/officeDocument/2006/relationships/font" Target="fonts/CenturyGothic-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type="blank">
  <p:cSld name="BLANK">
    <p:spTree>
      <p:nvGrpSpPr>
        <p:cNvPr id="38" name="Shape 38"/>
        <p:cNvGrpSpPr/>
        <p:nvPr/>
      </p:nvGrpSpPr>
      <p:grpSpPr>
        <a:xfrm>
          <a:off x="0" y="0"/>
          <a:ext cx="0" cy="0"/>
          <a:chOff x="0" y="0"/>
          <a:chExt cx="0" cy="0"/>
        </a:xfrm>
      </p:grpSpPr>
      <p:sp>
        <p:nvSpPr>
          <p:cNvPr id="39" name="Google Shape;39;p2"/>
          <p:cNvSpPr txBox="1"/>
          <p:nvPr>
            <p:ph type="title"/>
          </p:nvPr>
        </p:nvSpPr>
        <p:spPr>
          <a:xfrm>
            <a:off x="3058200" y="1604160"/>
            <a:ext cx="5351040" cy="1186920"/>
          </a:xfrm>
          <a:prstGeom prst="rect">
            <a:avLst/>
          </a:prstGeom>
          <a:noFill/>
          <a:ln>
            <a:noFill/>
          </a:ln>
        </p:spPr>
        <p:txBody>
          <a:bodyPr anchorCtr="0" anchor="ctr" bIns="91425" lIns="91425" spcFirstLastPara="1" rIns="91425" wrap="square" tIns="91425">
            <a:noAutofit/>
          </a:bodyPr>
          <a:lstStyle>
            <a:lvl1pPr lvl="0" marR="0" algn="l">
              <a:spcBef>
                <a:spcPts val="0"/>
              </a:spcBef>
              <a:spcAft>
                <a:spcPts val="0"/>
              </a:spcAft>
              <a:buClr>
                <a:srgbClr val="168DBA"/>
              </a:buClr>
              <a:buSzPts val="1400"/>
              <a:buFont typeface="Century Gothic"/>
              <a:buNone/>
              <a:defRPr b="0" i="0" sz="1800" u="none" cap="none" strike="noStrike"/>
            </a:lvl1pPr>
            <a:lvl2pPr lvl="1" marR="0" algn="l">
              <a:spcBef>
                <a:spcPts val="0"/>
              </a:spcBef>
              <a:spcAft>
                <a:spcPts val="0"/>
              </a:spcAft>
              <a:buClr>
                <a:schemeClr val="dk2"/>
              </a:buClr>
              <a:buSzPts val="1400"/>
              <a:buNone/>
              <a:defRPr b="0" i="0" sz="1800" u="none" cap="none" strike="noStrike"/>
            </a:lvl2pPr>
            <a:lvl3pPr lvl="2" marR="0" algn="l">
              <a:spcBef>
                <a:spcPts val="0"/>
              </a:spcBef>
              <a:spcAft>
                <a:spcPts val="0"/>
              </a:spcAft>
              <a:buClr>
                <a:schemeClr val="dk2"/>
              </a:buClr>
              <a:buSzPts val="1400"/>
              <a:buNone/>
              <a:defRPr b="0" i="0" sz="1800" u="none" cap="none" strike="noStrike"/>
            </a:lvl3pPr>
            <a:lvl4pPr lvl="3" marR="0" algn="l">
              <a:spcBef>
                <a:spcPts val="0"/>
              </a:spcBef>
              <a:spcAft>
                <a:spcPts val="0"/>
              </a:spcAft>
              <a:buClr>
                <a:schemeClr val="dk2"/>
              </a:buClr>
              <a:buSzPts val="1400"/>
              <a:buNone/>
              <a:defRPr b="0" i="0" sz="1800" u="none" cap="none" strike="noStrike"/>
            </a:lvl4pPr>
            <a:lvl5pPr lvl="4" marR="0" algn="l">
              <a:spcBef>
                <a:spcPts val="0"/>
              </a:spcBef>
              <a:spcAft>
                <a:spcPts val="0"/>
              </a:spcAft>
              <a:buClr>
                <a:schemeClr val="dk2"/>
              </a:buClr>
              <a:buSzPts val="1400"/>
              <a:buNone/>
              <a:defRPr b="0" i="0" sz="1800" u="none" cap="none" strike="noStrike"/>
            </a:lvl5pPr>
            <a:lvl6pPr lvl="5" marR="0" algn="l">
              <a:spcBef>
                <a:spcPts val="0"/>
              </a:spcBef>
              <a:spcAft>
                <a:spcPts val="0"/>
              </a:spcAft>
              <a:buClr>
                <a:schemeClr val="dk2"/>
              </a:buClr>
              <a:buSzPts val="1400"/>
              <a:buNone/>
              <a:defRPr b="0" i="0" sz="1800" u="none" cap="none" strike="noStrike"/>
            </a:lvl6pPr>
            <a:lvl7pPr lvl="6" marR="0" algn="l">
              <a:spcBef>
                <a:spcPts val="0"/>
              </a:spcBef>
              <a:spcAft>
                <a:spcPts val="0"/>
              </a:spcAft>
              <a:buClr>
                <a:schemeClr val="dk2"/>
              </a:buClr>
              <a:buSzPts val="1400"/>
              <a:buNone/>
              <a:defRPr b="0" i="0" sz="1800" u="none" cap="none" strike="noStrike"/>
            </a:lvl7pPr>
            <a:lvl8pPr lvl="7" marR="0" algn="l">
              <a:spcBef>
                <a:spcPts val="0"/>
              </a:spcBef>
              <a:spcAft>
                <a:spcPts val="0"/>
              </a:spcAft>
              <a:buClr>
                <a:schemeClr val="dk2"/>
              </a:buClr>
              <a:buSzPts val="1400"/>
              <a:buNone/>
              <a:defRPr b="0" i="0" sz="1800" u="none" cap="none" strike="noStrike"/>
            </a:lvl8pPr>
            <a:lvl9pPr lvl="8" marR="0" algn="l">
              <a:spcBef>
                <a:spcPts val="0"/>
              </a:spcBef>
              <a:spcAft>
                <a:spcPts val="0"/>
              </a:spcAft>
              <a:buClr>
                <a:schemeClr val="dk2"/>
              </a:buClr>
              <a:buSzPts val="1400"/>
              <a:buNone/>
              <a:defRPr b="0" i="0" sz="1800" u="none" cap="none" strike="noStrike"/>
            </a:lvl9pPr>
          </a:lstStyle>
          <a:p/>
        </p:txBody>
      </p:sp>
      <p:sp>
        <p:nvSpPr>
          <p:cNvPr id="40" name="Google Shape;40;p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41" name="Shape 41"/>
        <p:cNvGrpSpPr/>
        <p:nvPr/>
      </p:nvGrpSpPr>
      <p:grpSpPr>
        <a:xfrm>
          <a:off x="0" y="0"/>
          <a:ext cx="0" cy="0"/>
          <a:chOff x="0" y="0"/>
          <a:chExt cx="0" cy="0"/>
        </a:xfrm>
      </p:grpSpPr>
      <p:sp>
        <p:nvSpPr>
          <p:cNvPr id="42" name="Google Shape;42;p3"/>
          <p:cNvSpPr txBox="1"/>
          <p:nvPr>
            <p:ph type="title"/>
          </p:nvPr>
        </p:nvSpPr>
        <p:spPr>
          <a:xfrm>
            <a:off x="4534920" y="2425680"/>
            <a:ext cx="3342240" cy="138312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Clr>
                <a:srgbClr val="168DBA"/>
              </a:buClr>
              <a:buSzPts val="1400"/>
              <a:buFont typeface="Century Gothic"/>
              <a:buNone/>
              <a:defRPr b="0" i="0" sz="1800" u="none" cap="none" strike="noStrike"/>
            </a:lvl1pPr>
            <a:lvl2pPr lvl="1" marR="0" algn="l">
              <a:spcBef>
                <a:spcPts val="0"/>
              </a:spcBef>
              <a:spcAft>
                <a:spcPts val="0"/>
              </a:spcAft>
              <a:buClr>
                <a:schemeClr val="dk2"/>
              </a:buClr>
              <a:buSzPts val="1400"/>
              <a:buNone/>
              <a:defRPr b="0" i="0" sz="1800" u="none" cap="none" strike="noStrike"/>
            </a:lvl2pPr>
            <a:lvl3pPr lvl="2" marR="0" algn="l">
              <a:spcBef>
                <a:spcPts val="0"/>
              </a:spcBef>
              <a:spcAft>
                <a:spcPts val="0"/>
              </a:spcAft>
              <a:buClr>
                <a:schemeClr val="dk2"/>
              </a:buClr>
              <a:buSzPts val="1400"/>
              <a:buNone/>
              <a:defRPr b="0" i="0" sz="1800" u="none" cap="none" strike="noStrike"/>
            </a:lvl3pPr>
            <a:lvl4pPr lvl="3" marR="0" algn="l">
              <a:spcBef>
                <a:spcPts val="0"/>
              </a:spcBef>
              <a:spcAft>
                <a:spcPts val="0"/>
              </a:spcAft>
              <a:buClr>
                <a:schemeClr val="dk2"/>
              </a:buClr>
              <a:buSzPts val="1400"/>
              <a:buNone/>
              <a:defRPr b="0" i="0" sz="1800" u="none" cap="none" strike="noStrike"/>
            </a:lvl4pPr>
            <a:lvl5pPr lvl="4" marR="0" algn="l">
              <a:spcBef>
                <a:spcPts val="0"/>
              </a:spcBef>
              <a:spcAft>
                <a:spcPts val="0"/>
              </a:spcAft>
              <a:buClr>
                <a:schemeClr val="dk2"/>
              </a:buClr>
              <a:buSzPts val="1400"/>
              <a:buNone/>
              <a:defRPr b="0" i="0" sz="1800" u="none" cap="none" strike="noStrike"/>
            </a:lvl5pPr>
            <a:lvl6pPr lvl="5" marR="0" algn="l">
              <a:spcBef>
                <a:spcPts val="0"/>
              </a:spcBef>
              <a:spcAft>
                <a:spcPts val="0"/>
              </a:spcAft>
              <a:buClr>
                <a:schemeClr val="dk2"/>
              </a:buClr>
              <a:buSzPts val="1400"/>
              <a:buNone/>
              <a:defRPr b="0" i="0" sz="1800" u="none" cap="none" strike="noStrike"/>
            </a:lvl6pPr>
            <a:lvl7pPr lvl="6" marR="0" algn="l">
              <a:spcBef>
                <a:spcPts val="0"/>
              </a:spcBef>
              <a:spcAft>
                <a:spcPts val="0"/>
              </a:spcAft>
              <a:buClr>
                <a:schemeClr val="dk2"/>
              </a:buClr>
              <a:buSzPts val="1400"/>
              <a:buNone/>
              <a:defRPr b="0" i="0" sz="1800" u="none" cap="none" strike="noStrike"/>
            </a:lvl7pPr>
            <a:lvl8pPr lvl="7" marR="0" algn="l">
              <a:spcBef>
                <a:spcPts val="0"/>
              </a:spcBef>
              <a:spcAft>
                <a:spcPts val="0"/>
              </a:spcAft>
              <a:buClr>
                <a:schemeClr val="dk2"/>
              </a:buClr>
              <a:buSzPts val="1400"/>
              <a:buNone/>
              <a:defRPr b="0" i="0" sz="1800" u="none" cap="none" strike="noStrike"/>
            </a:lvl8pPr>
            <a:lvl9pPr lvl="8" marR="0" algn="l">
              <a:spcBef>
                <a:spcPts val="0"/>
              </a:spcBef>
              <a:spcAft>
                <a:spcPts val="0"/>
              </a:spcAft>
              <a:buClr>
                <a:schemeClr val="dk2"/>
              </a:buClr>
              <a:buSzPts val="1400"/>
              <a:buNone/>
              <a:defRPr b="0" i="0" sz="1800" u="none" cap="none" strike="noStrike"/>
            </a:lvl9pPr>
          </a:lstStyle>
          <a:p/>
        </p:txBody>
      </p:sp>
      <p:sp>
        <p:nvSpPr>
          <p:cNvPr id="43" name="Google Shape;43;p3"/>
          <p:cNvSpPr txBox="1"/>
          <p:nvPr>
            <p:ph idx="2" type="title"/>
          </p:nvPr>
        </p:nvSpPr>
        <p:spPr>
          <a:xfrm>
            <a:off x="6455520" y="1334520"/>
            <a:ext cx="1421640" cy="10908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Clr>
                <a:srgbClr val="168DBA"/>
              </a:buClr>
              <a:buSzPts val="1400"/>
              <a:buFont typeface="Century Gothic"/>
              <a:buNone/>
              <a:defRPr b="0" i="0" sz="1800" u="none" cap="none" strike="noStrike"/>
            </a:lvl1pPr>
            <a:lvl2pPr lvl="1" marR="0" algn="l">
              <a:spcBef>
                <a:spcPts val="0"/>
              </a:spcBef>
              <a:spcAft>
                <a:spcPts val="0"/>
              </a:spcAft>
              <a:buClr>
                <a:schemeClr val="dk2"/>
              </a:buClr>
              <a:buSzPts val="1400"/>
              <a:buNone/>
              <a:defRPr b="0" i="0" sz="1800" u="none" cap="none" strike="noStrike"/>
            </a:lvl2pPr>
            <a:lvl3pPr lvl="2" marR="0" algn="l">
              <a:spcBef>
                <a:spcPts val="0"/>
              </a:spcBef>
              <a:spcAft>
                <a:spcPts val="0"/>
              </a:spcAft>
              <a:buClr>
                <a:schemeClr val="dk2"/>
              </a:buClr>
              <a:buSzPts val="1400"/>
              <a:buNone/>
              <a:defRPr b="0" i="0" sz="1800" u="none" cap="none" strike="noStrike"/>
            </a:lvl3pPr>
            <a:lvl4pPr lvl="3" marR="0" algn="l">
              <a:spcBef>
                <a:spcPts val="0"/>
              </a:spcBef>
              <a:spcAft>
                <a:spcPts val="0"/>
              </a:spcAft>
              <a:buClr>
                <a:schemeClr val="dk2"/>
              </a:buClr>
              <a:buSzPts val="1400"/>
              <a:buNone/>
              <a:defRPr b="0" i="0" sz="1800" u="none" cap="none" strike="noStrike"/>
            </a:lvl4pPr>
            <a:lvl5pPr lvl="4" marR="0" algn="l">
              <a:spcBef>
                <a:spcPts val="0"/>
              </a:spcBef>
              <a:spcAft>
                <a:spcPts val="0"/>
              </a:spcAft>
              <a:buClr>
                <a:schemeClr val="dk2"/>
              </a:buClr>
              <a:buSzPts val="1400"/>
              <a:buNone/>
              <a:defRPr b="0" i="0" sz="1800" u="none" cap="none" strike="noStrike"/>
            </a:lvl5pPr>
            <a:lvl6pPr lvl="5" marR="0" algn="l">
              <a:spcBef>
                <a:spcPts val="0"/>
              </a:spcBef>
              <a:spcAft>
                <a:spcPts val="0"/>
              </a:spcAft>
              <a:buClr>
                <a:schemeClr val="dk2"/>
              </a:buClr>
              <a:buSzPts val="1400"/>
              <a:buNone/>
              <a:defRPr b="0" i="0" sz="1800" u="none" cap="none" strike="noStrike"/>
            </a:lvl6pPr>
            <a:lvl7pPr lvl="6" marR="0" algn="l">
              <a:spcBef>
                <a:spcPts val="0"/>
              </a:spcBef>
              <a:spcAft>
                <a:spcPts val="0"/>
              </a:spcAft>
              <a:buClr>
                <a:schemeClr val="dk2"/>
              </a:buClr>
              <a:buSzPts val="1400"/>
              <a:buNone/>
              <a:defRPr b="0" i="0" sz="1800" u="none" cap="none" strike="noStrike"/>
            </a:lvl7pPr>
            <a:lvl8pPr lvl="7" marR="0" algn="l">
              <a:spcBef>
                <a:spcPts val="0"/>
              </a:spcBef>
              <a:spcAft>
                <a:spcPts val="0"/>
              </a:spcAft>
              <a:buClr>
                <a:schemeClr val="dk2"/>
              </a:buClr>
              <a:buSzPts val="1400"/>
              <a:buNone/>
              <a:defRPr b="0" i="0" sz="1800" u="none" cap="none" strike="noStrike"/>
            </a:lvl8pPr>
            <a:lvl9pPr lvl="8" marR="0" algn="l">
              <a:spcBef>
                <a:spcPts val="0"/>
              </a:spcBef>
              <a:spcAft>
                <a:spcPts val="0"/>
              </a:spcAft>
              <a:buClr>
                <a:schemeClr val="dk2"/>
              </a:buClr>
              <a:buSzPts val="1400"/>
              <a:buNone/>
              <a:defRPr b="0" i="0" sz="1800" u="none" cap="none" strike="noStrike"/>
            </a:lvl9pPr>
          </a:lstStyle>
          <a:p/>
        </p:txBody>
      </p:sp>
      <p:sp>
        <p:nvSpPr>
          <p:cNvPr id="44" name="Google Shape;44;p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45" name="Shape 45"/>
        <p:cNvGrpSpPr/>
        <p:nvPr/>
      </p:nvGrpSpPr>
      <p:grpSpPr>
        <a:xfrm>
          <a:off x="0" y="0"/>
          <a:ext cx="0" cy="0"/>
          <a:chOff x="0" y="0"/>
          <a:chExt cx="0" cy="0"/>
        </a:xfrm>
      </p:grpSpPr>
      <p:sp>
        <p:nvSpPr>
          <p:cNvPr id="46" name="Google Shape;46;p4"/>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Clr>
                <a:srgbClr val="168DBA"/>
              </a:buClr>
              <a:buSzPts val="1400"/>
              <a:buFont typeface="Century Gothic"/>
              <a:buNone/>
              <a:defRPr b="0" i="0" sz="1800" u="none" cap="none" strike="noStrike"/>
            </a:lvl1pPr>
            <a:lvl2pPr lvl="1" marR="0" algn="l">
              <a:spcBef>
                <a:spcPts val="0"/>
              </a:spcBef>
              <a:spcAft>
                <a:spcPts val="0"/>
              </a:spcAft>
              <a:buClr>
                <a:schemeClr val="dk2"/>
              </a:buClr>
              <a:buSzPts val="1400"/>
              <a:buNone/>
              <a:defRPr b="0" i="0" sz="1800" u="none" cap="none" strike="noStrike"/>
            </a:lvl2pPr>
            <a:lvl3pPr lvl="2" marR="0" algn="l">
              <a:spcBef>
                <a:spcPts val="0"/>
              </a:spcBef>
              <a:spcAft>
                <a:spcPts val="0"/>
              </a:spcAft>
              <a:buClr>
                <a:schemeClr val="dk2"/>
              </a:buClr>
              <a:buSzPts val="1400"/>
              <a:buNone/>
              <a:defRPr b="0" i="0" sz="1800" u="none" cap="none" strike="noStrike"/>
            </a:lvl3pPr>
            <a:lvl4pPr lvl="3" marR="0" algn="l">
              <a:spcBef>
                <a:spcPts val="0"/>
              </a:spcBef>
              <a:spcAft>
                <a:spcPts val="0"/>
              </a:spcAft>
              <a:buClr>
                <a:schemeClr val="dk2"/>
              </a:buClr>
              <a:buSzPts val="1400"/>
              <a:buNone/>
              <a:defRPr b="0" i="0" sz="1800" u="none" cap="none" strike="noStrike"/>
            </a:lvl4pPr>
            <a:lvl5pPr lvl="4" marR="0" algn="l">
              <a:spcBef>
                <a:spcPts val="0"/>
              </a:spcBef>
              <a:spcAft>
                <a:spcPts val="0"/>
              </a:spcAft>
              <a:buClr>
                <a:schemeClr val="dk2"/>
              </a:buClr>
              <a:buSzPts val="1400"/>
              <a:buNone/>
              <a:defRPr b="0" i="0" sz="1800" u="none" cap="none" strike="noStrike"/>
            </a:lvl5pPr>
            <a:lvl6pPr lvl="5" marR="0" algn="l">
              <a:spcBef>
                <a:spcPts val="0"/>
              </a:spcBef>
              <a:spcAft>
                <a:spcPts val="0"/>
              </a:spcAft>
              <a:buClr>
                <a:schemeClr val="dk2"/>
              </a:buClr>
              <a:buSzPts val="1400"/>
              <a:buNone/>
              <a:defRPr b="0" i="0" sz="1800" u="none" cap="none" strike="noStrike"/>
            </a:lvl6pPr>
            <a:lvl7pPr lvl="6" marR="0" algn="l">
              <a:spcBef>
                <a:spcPts val="0"/>
              </a:spcBef>
              <a:spcAft>
                <a:spcPts val="0"/>
              </a:spcAft>
              <a:buClr>
                <a:schemeClr val="dk2"/>
              </a:buClr>
              <a:buSzPts val="1400"/>
              <a:buNone/>
              <a:defRPr b="0" i="0" sz="1800" u="none" cap="none" strike="noStrike"/>
            </a:lvl7pPr>
            <a:lvl8pPr lvl="7" marR="0" algn="l">
              <a:spcBef>
                <a:spcPts val="0"/>
              </a:spcBef>
              <a:spcAft>
                <a:spcPts val="0"/>
              </a:spcAft>
              <a:buClr>
                <a:schemeClr val="dk2"/>
              </a:buClr>
              <a:buSzPts val="1400"/>
              <a:buNone/>
              <a:defRPr b="0" i="0" sz="1800" u="none" cap="none" strike="noStrike"/>
            </a:lvl8pPr>
            <a:lvl9pPr lvl="8" marR="0" algn="l">
              <a:spcBef>
                <a:spcPts val="0"/>
              </a:spcBef>
              <a:spcAft>
                <a:spcPts val="0"/>
              </a:spcAft>
              <a:buClr>
                <a:schemeClr val="dk2"/>
              </a:buClr>
              <a:buSzPts val="1400"/>
              <a:buNone/>
              <a:defRPr b="0" i="0" sz="1800" u="none" cap="none" strike="noStrike"/>
            </a:lvl9pPr>
          </a:lstStyle>
          <a:p/>
        </p:txBody>
      </p:sp>
      <p:sp>
        <p:nvSpPr>
          <p:cNvPr id="47" name="Google Shape;47;p4"/>
          <p:cNvSpPr txBox="1"/>
          <p:nvPr>
            <p:ph idx="1" type="body"/>
          </p:nvPr>
        </p:nvSpPr>
        <p:spPr>
          <a:xfrm>
            <a:off x="720000" y="1126080"/>
            <a:ext cx="7703640" cy="41508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48" name="Shape 48"/>
        <p:cNvGrpSpPr/>
        <p:nvPr/>
      </p:nvGrpSpPr>
      <p:grpSpPr>
        <a:xfrm>
          <a:off x="0" y="0"/>
          <a:ext cx="0" cy="0"/>
          <a:chOff x="0" y="0"/>
          <a:chExt cx="0" cy="0"/>
        </a:xfrm>
      </p:grpSpPr>
      <p:sp>
        <p:nvSpPr>
          <p:cNvPr id="49" name="Google Shape;49;p5"/>
          <p:cNvSpPr txBox="1"/>
          <p:nvPr>
            <p:ph type="title"/>
          </p:nvPr>
        </p:nvSpPr>
        <p:spPr>
          <a:xfrm>
            <a:off x="4898520" y="1139760"/>
            <a:ext cx="2960640" cy="192816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Clr>
                <a:srgbClr val="168DBA"/>
              </a:buClr>
              <a:buSzPts val="1400"/>
              <a:buFont typeface="Century Gothic"/>
              <a:buNone/>
              <a:defRPr b="0" i="0" sz="1800" u="none" cap="none" strike="noStrike"/>
            </a:lvl1pPr>
            <a:lvl2pPr lvl="1" marR="0" algn="l">
              <a:spcBef>
                <a:spcPts val="0"/>
              </a:spcBef>
              <a:spcAft>
                <a:spcPts val="0"/>
              </a:spcAft>
              <a:buClr>
                <a:schemeClr val="dk2"/>
              </a:buClr>
              <a:buSzPts val="1400"/>
              <a:buNone/>
              <a:defRPr b="0" i="0" sz="1800" u="none" cap="none" strike="noStrike"/>
            </a:lvl2pPr>
            <a:lvl3pPr lvl="2" marR="0" algn="l">
              <a:spcBef>
                <a:spcPts val="0"/>
              </a:spcBef>
              <a:spcAft>
                <a:spcPts val="0"/>
              </a:spcAft>
              <a:buClr>
                <a:schemeClr val="dk2"/>
              </a:buClr>
              <a:buSzPts val="1400"/>
              <a:buNone/>
              <a:defRPr b="0" i="0" sz="1800" u="none" cap="none" strike="noStrike"/>
            </a:lvl3pPr>
            <a:lvl4pPr lvl="3" marR="0" algn="l">
              <a:spcBef>
                <a:spcPts val="0"/>
              </a:spcBef>
              <a:spcAft>
                <a:spcPts val="0"/>
              </a:spcAft>
              <a:buClr>
                <a:schemeClr val="dk2"/>
              </a:buClr>
              <a:buSzPts val="1400"/>
              <a:buNone/>
              <a:defRPr b="0" i="0" sz="1800" u="none" cap="none" strike="noStrike"/>
            </a:lvl4pPr>
            <a:lvl5pPr lvl="4" marR="0" algn="l">
              <a:spcBef>
                <a:spcPts val="0"/>
              </a:spcBef>
              <a:spcAft>
                <a:spcPts val="0"/>
              </a:spcAft>
              <a:buClr>
                <a:schemeClr val="dk2"/>
              </a:buClr>
              <a:buSzPts val="1400"/>
              <a:buNone/>
              <a:defRPr b="0" i="0" sz="1800" u="none" cap="none" strike="noStrike"/>
            </a:lvl5pPr>
            <a:lvl6pPr lvl="5" marR="0" algn="l">
              <a:spcBef>
                <a:spcPts val="0"/>
              </a:spcBef>
              <a:spcAft>
                <a:spcPts val="0"/>
              </a:spcAft>
              <a:buClr>
                <a:schemeClr val="dk2"/>
              </a:buClr>
              <a:buSzPts val="1400"/>
              <a:buNone/>
              <a:defRPr b="0" i="0" sz="1800" u="none" cap="none" strike="noStrike"/>
            </a:lvl6pPr>
            <a:lvl7pPr lvl="6" marR="0" algn="l">
              <a:spcBef>
                <a:spcPts val="0"/>
              </a:spcBef>
              <a:spcAft>
                <a:spcPts val="0"/>
              </a:spcAft>
              <a:buClr>
                <a:schemeClr val="dk2"/>
              </a:buClr>
              <a:buSzPts val="1400"/>
              <a:buNone/>
              <a:defRPr b="0" i="0" sz="1800" u="none" cap="none" strike="noStrike"/>
            </a:lvl7pPr>
            <a:lvl8pPr lvl="7" marR="0" algn="l">
              <a:spcBef>
                <a:spcPts val="0"/>
              </a:spcBef>
              <a:spcAft>
                <a:spcPts val="0"/>
              </a:spcAft>
              <a:buClr>
                <a:schemeClr val="dk2"/>
              </a:buClr>
              <a:buSzPts val="1400"/>
              <a:buNone/>
              <a:defRPr b="0" i="0" sz="1800" u="none" cap="none" strike="noStrike"/>
            </a:lvl8pPr>
            <a:lvl9pPr lvl="8" marR="0" algn="l">
              <a:spcBef>
                <a:spcPts val="0"/>
              </a:spcBef>
              <a:spcAft>
                <a:spcPts val="0"/>
              </a:spcAft>
              <a:buClr>
                <a:schemeClr val="dk2"/>
              </a:buClr>
              <a:buSzPts val="1400"/>
              <a:buNone/>
              <a:defRPr b="0" i="0" sz="1800" u="none" cap="none" strike="noStrike"/>
            </a:lvl9pPr>
          </a:lstStyle>
          <a:p/>
        </p:txBody>
      </p:sp>
      <p:sp>
        <p:nvSpPr>
          <p:cNvPr id="50" name="Google Shape;50;p5"/>
          <p:cNvSpPr txBox="1"/>
          <p:nvPr>
            <p:ph idx="1" type="body"/>
          </p:nvPr>
        </p:nvSpPr>
        <p:spPr>
          <a:xfrm>
            <a:off x="1284480" y="533880"/>
            <a:ext cx="2909520" cy="4075560"/>
          </a:xfrm>
          <a:prstGeom prst="rect">
            <a:avLst/>
          </a:prstGeom>
          <a:noFill/>
          <a:ln>
            <a:noFill/>
          </a:ln>
        </p:spPr>
        <p:txBody>
          <a:bodyPr anchorCtr="0" anchor="t" bIns="45000" lIns="90000" spcFirstLastPara="1" rIns="90000" wrap="square" tIns="45000">
            <a:norm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
        <p:nvSpPr>
          <p:cNvPr id="52" name="Google Shape;52;p6"/>
          <p:cNvSpPr txBox="1"/>
          <p:nvPr>
            <p:ph type="ctrTitle"/>
          </p:nvPr>
        </p:nvSpPr>
        <p:spPr>
          <a:xfrm>
            <a:off x="1941910" y="1885950"/>
            <a:ext cx="6686549" cy="169708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050"/>
              <a:buFont typeface="Century Gothic"/>
              <a:buNone/>
              <a:defRPr sz="40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 type="subTitle"/>
          </p:nvPr>
        </p:nvSpPr>
        <p:spPr>
          <a:xfrm>
            <a:off x="1941910" y="3583035"/>
            <a:ext cx="6686549" cy="844712"/>
          </a:xfrm>
          <a:prstGeom prst="rect">
            <a:avLst/>
          </a:prstGeom>
          <a:noFill/>
          <a:ln>
            <a:noFill/>
          </a:ln>
        </p:spPr>
        <p:txBody>
          <a:bodyPr anchorCtr="0" anchor="t" bIns="45700" lIns="91425" spcFirstLastPara="1" rIns="91425" wrap="square" tIns="45700">
            <a:normAutofit/>
          </a:bodyPr>
          <a:lstStyle>
            <a:lvl1pPr lvl="0" algn="l">
              <a:spcBef>
                <a:spcPts val="750"/>
              </a:spcBef>
              <a:spcAft>
                <a:spcPts val="0"/>
              </a:spcAft>
              <a:buSzPts val="1350"/>
              <a:buNone/>
              <a:defRPr>
                <a:solidFill>
                  <a:srgbClr val="595959"/>
                </a:solidFill>
              </a:defRPr>
            </a:lvl1pPr>
            <a:lvl2pPr lvl="1" algn="ctr">
              <a:spcBef>
                <a:spcPts val="750"/>
              </a:spcBef>
              <a:spcAft>
                <a:spcPts val="0"/>
              </a:spcAft>
              <a:buSzPts val="1200"/>
              <a:buNone/>
              <a:defRPr>
                <a:solidFill>
                  <a:srgbClr val="888888"/>
                </a:solidFill>
              </a:defRPr>
            </a:lvl2pPr>
            <a:lvl3pPr lvl="2" algn="ctr">
              <a:spcBef>
                <a:spcPts val="750"/>
              </a:spcBef>
              <a:spcAft>
                <a:spcPts val="0"/>
              </a:spcAft>
              <a:buSzPts val="1050"/>
              <a:buNone/>
              <a:defRPr>
                <a:solidFill>
                  <a:srgbClr val="888888"/>
                </a:solidFill>
              </a:defRPr>
            </a:lvl3pPr>
            <a:lvl4pPr lvl="3" algn="ctr">
              <a:spcBef>
                <a:spcPts val="750"/>
              </a:spcBef>
              <a:spcAft>
                <a:spcPts val="0"/>
              </a:spcAft>
              <a:buSzPts val="900"/>
              <a:buNone/>
              <a:defRPr>
                <a:solidFill>
                  <a:srgbClr val="888888"/>
                </a:solidFill>
              </a:defRPr>
            </a:lvl4pPr>
            <a:lvl5pPr lvl="4" algn="ctr">
              <a:spcBef>
                <a:spcPts val="750"/>
              </a:spcBef>
              <a:spcAft>
                <a:spcPts val="0"/>
              </a:spcAft>
              <a:buSzPts val="900"/>
              <a:buNone/>
              <a:defRPr>
                <a:solidFill>
                  <a:srgbClr val="888888"/>
                </a:solidFill>
              </a:defRPr>
            </a:lvl5pPr>
            <a:lvl6pPr lvl="5" algn="ctr">
              <a:spcBef>
                <a:spcPts val="750"/>
              </a:spcBef>
              <a:spcAft>
                <a:spcPts val="0"/>
              </a:spcAft>
              <a:buSzPts val="900"/>
              <a:buNone/>
              <a:defRPr>
                <a:solidFill>
                  <a:srgbClr val="888888"/>
                </a:solidFill>
              </a:defRPr>
            </a:lvl6pPr>
            <a:lvl7pPr lvl="6" algn="ctr">
              <a:spcBef>
                <a:spcPts val="750"/>
              </a:spcBef>
              <a:spcAft>
                <a:spcPts val="0"/>
              </a:spcAft>
              <a:buSzPts val="900"/>
              <a:buNone/>
              <a:defRPr>
                <a:solidFill>
                  <a:srgbClr val="888888"/>
                </a:solidFill>
              </a:defRPr>
            </a:lvl7pPr>
            <a:lvl8pPr lvl="7" algn="ctr">
              <a:spcBef>
                <a:spcPts val="750"/>
              </a:spcBef>
              <a:spcAft>
                <a:spcPts val="0"/>
              </a:spcAft>
              <a:buSzPts val="900"/>
              <a:buNone/>
              <a:defRPr>
                <a:solidFill>
                  <a:srgbClr val="888888"/>
                </a:solidFill>
              </a:defRPr>
            </a:lvl8pPr>
            <a:lvl9pPr lvl="8" algn="ctr">
              <a:spcBef>
                <a:spcPts val="750"/>
              </a:spcBef>
              <a:spcAft>
                <a:spcPts val="0"/>
              </a:spcAft>
              <a:buSzPts val="900"/>
              <a:buNone/>
              <a:defRPr>
                <a:solidFill>
                  <a:srgbClr val="888888"/>
                </a:solidFill>
              </a:defRPr>
            </a:lvl9pPr>
          </a:lstStyle>
          <a:p/>
        </p:txBody>
      </p:sp>
      <p:sp>
        <p:nvSpPr>
          <p:cNvPr id="54" name="Google Shape;54;p6"/>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p:nvPr/>
        </p:nvSpPr>
        <p:spPr>
          <a:xfrm>
            <a:off x="0" y="3242858"/>
            <a:ext cx="1308489" cy="583942"/>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txBox="1"/>
          <p:nvPr>
            <p:ph idx="12" type="sldNum"/>
          </p:nvPr>
        </p:nvSpPr>
        <p:spPr>
          <a:xfrm>
            <a:off x="398860" y="3397155"/>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7"/>
          <p:cNvSpPr txBox="1"/>
          <p:nvPr>
            <p:ph type="title"/>
          </p:nvPr>
        </p:nvSpPr>
        <p:spPr>
          <a:xfrm>
            <a:off x="1944694" y="468082"/>
            <a:ext cx="6683765" cy="960668"/>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 type="body"/>
          </p:nvPr>
        </p:nvSpPr>
        <p:spPr>
          <a:xfrm>
            <a:off x="1941909" y="1600200"/>
            <a:ext cx="6686550" cy="2833217"/>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61" name="Google Shape;61;p7"/>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8"/>
          <p:cNvSpPr txBox="1"/>
          <p:nvPr>
            <p:ph type="title"/>
          </p:nvPr>
        </p:nvSpPr>
        <p:spPr>
          <a:xfrm>
            <a:off x="1941910" y="1544063"/>
            <a:ext cx="6686549" cy="1101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3000"/>
              <a:buFont typeface="Century Gothic"/>
              <a:buNone/>
              <a:defRPr b="0" sz="3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
          <p:cNvSpPr txBox="1"/>
          <p:nvPr>
            <p:ph idx="1" type="body"/>
          </p:nvPr>
        </p:nvSpPr>
        <p:spPr>
          <a:xfrm>
            <a:off x="1941910" y="2647597"/>
            <a:ext cx="6686549" cy="645300"/>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500"/>
              <a:buNone/>
              <a:defRPr sz="1500">
                <a:solidFill>
                  <a:srgbClr val="595959"/>
                </a:solidFill>
              </a:defRPr>
            </a:lvl1pPr>
            <a:lvl2pPr indent="-228600" lvl="1" marL="914400" algn="l">
              <a:spcBef>
                <a:spcPts val="750"/>
              </a:spcBef>
              <a:spcAft>
                <a:spcPts val="0"/>
              </a:spcAft>
              <a:buSzPts val="1350"/>
              <a:buNone/>
              <a:defRPr sz="1350">
                <a:solidFill>
                  <a:srgbClr val="888888"/>
                </a:solidFill>
              </a:defRPr>
            </a:lvl2pPr>
            <a:lvl3pPr indent="-228600" lvl="2" marL="1371600" algn="l">
              <a:spcBef>
                <a:spcPts val="750"/>
              </a:spcBef>
              <a:spcAft>
                <a:spcPts val="0"/>
              </a:spcAft>
              <a:buSzPts val="1200"/>
              <a:buNone/>
              <a:defRPr sz="1200">
                <a:solidFill>
                  <a:srgbClr val="888888"/>
                </a:solidFill>
              </a:defRPr>
            </a:lvl3pPr>
            <a:lvl4pPr indent="-228600" lvl="3" marL="1828800" algn="l">
              <a:spcBef>
                <a:spcPts val="750"/>
              </a:spcBef>
              <a:spcAft>
                <a:spcPts val="0"/>
              </a:spcAft>
              <a:buSzPts val="1050"/>
              <a:buNone/>
              <a:defRPr sz="1050">
                <a:solidFill>
                  <a:srgbClr val="888888"/>
                </a:solidFill>
              </a:defRPr>
            </a:lvl4pPr>
            <a:lvl5pPr indent="-228600" lvl="4" marL="2286000" algn="l">
              <a:spcBef>
                <a:spcPts val="750"/>
              </a:spcBef>
              <a:spcAft>
                <a:spcPts val="0"/>
              </a:spcAft>
              <a:buSzPts val="1050"/>
              <a:buNone/>
              <a:defRPr sz="1050">
                <a:solidFill>
                  <a:srgbClr val="888888"/>
                </a:solidFill>
              </a:defRPr>
            </a:lvl5pPr>
            <a:lvl6pPr indent="-228600" lvl="5" marL="2743200" algn="l">
              <a:spcBef>
                <a:spcPts val="750"/>
              </a:spcBef>
              <a:spcAft>
                <a:spcPts val="0"/>
              </a:spcAft>
              <a:buSzPts val="1050"/>
              <a:buNone/>
              <a:defRPr sz="1050">
                <a:solidFill>
                  <a:srgbClr val="888888"/>
                </a:solidFill>
              </a:defRPr>
            </a:lvl6pPr>
            <a:lvl7pPr indent="-228600" lvl="6" marL="3200400" algn="l">
              <a:spcBef>
                <a:spcPts val="750"/>
              </a:spcBef>
              <a:spcAft>
                <a:spcPts val="0"/>
              </a:spcAft>
              <a:buSzPts val="1050"/>
              <a:buNone/>
              <a:defRPr sz="1050">
                <a:solidFill>
                  <a:srgbClr val="888888"/>
                </a:solidFill>
              </a:defRPr>
            </a:lvl7pPr>
            <a:lvl8pPr indent="-228600" lvl="7" marL="3657600" algn="l">
              <a:spcBef>
                <a:spcPts val="750"/>
              </a:spcBef>
              <a:spcAft>
                <a:spcPts val="0"/>
              </a:spcAft>
              <a:buSzPts val="1050"/>
              <a:buNone/>
              <a:defRPr sz="1050">
                <a:solidFill>
                  <a:srgbClr val="888888"/>
                </a:solidFill>
              </a:defRPr>
            </a:lvl8pPr>
            <a:lvl9pPr indent="-228600" lvl="8" marL="4114800" algn="l">
              <a:spcBef>
                <a:spcPts val="750"/>
              </a:spcBef>
              <a:spcAft>
                <a:spcPts val="0"/>
              </a:spcAft>
              <a:buSzPts val="1050"/>
              <a:buNone/>
              <a:defRPr sz="1050">
                <a:solidFill>
                  <a:srgbClr val="888888"/>
                </a:solidFill>
              </a:defRPr>
            </a:lvl9pPr>
          </a:lstStyle>
          <a:p/>
        </p:txBody>
      </p:sp>
      <p:sp>
        <p:nvSpPr>
          <p:cNvPr id="68" name="Google Shape;68;p8"/>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p:nvPr/>
        </p:nvSpPr>
        <p:spPr>
          <a:xfrm flipH="1" rot="10800000">
            <a:off x="-3141" y="238363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txBox="1"/>
          <p:nvPr>
            <p:ph idx="12" type="sldNum"/>
          </p:nvPr>
        </p:nvSpPr>
        <p:spPr>
          <a:xfrm>
            <a:off x="398860" y="2433105"/>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2" name="Shape 72"/>
        <p:cNvGrpSpPr/>
        <p:nvPr/>
      </p:nvGrpSpPr>
      <p:grpSpPr>
        <a:xfrm>
          <a:off x="0" y="0"/>
          <a:ext cx="0" cy="0"/>
          <a:chOff x="0" y="0"/>
          <a:chExt cx="0" cy="0"/>
        </a:xfrm>
      </p:grpSpPr>
      <p:sp>
        <p:nvSpPr>
          <p:cNvPr id="73" name="Google Shape;73;p9"/>
          <p:cNvSpPr txBox="1"/>
          <p:nvPr>
            <p:ph type="title"/>
          </p:nvPr>
        </p:nvSpPr>
        <p:spPr>
          <a:xfrm>
            <a:off x="1944694" y="468082"/>
            <a:ext cx="6683765" cy="960668"/>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 type="body"/>
          </p:nvPr>
        </p:nvSpPr>
        <p:spPr>
          <a:xfrm>
            <a:off x="1941909" y="1600200"/>
            <a:ext cx="3235398" cy="2833217"/>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75" name="Google Shape;75;p9"/>
          <p:cNvSpPr txBox="1"/>
          <p:nvPr>
            <p:ph idx="2" type="body"/>
          </p:nvPr>
        </p:nvSpPr>
        <p:spPr>
          <a:xfrm>
            <a:off x="5393060" y="1594666"/>
            <a:ext cx="3235398" cy="2833217"/>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76" name="Google Shape;76;p9"/>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9"/>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 name="Shape 80"/>
        <p:cNvGrpSpPr/>
        <p:nvPr/>
      </p:nvGrpSpPr>
      <p:grpSpPr>
        <a:xfrm>
          <a:off x="0" y="0"/>
          <a:ext cx="0" cy="0"/>
          <a:chOff x="0" y="0"/>
          <a:chExt cx="0" cy="0"/>
        </a:xfrm>
      </p:grpSpPr>
      <p:sp>
        <p:nvSpPr>
          <p:cNvPr id="81" name="Google Shape;81;p10"/>
          <p:cNvSpPr txBox="1"/>
          <p:nvPr>
            <p:ph type="title"/>
          </p:nvPr>
        </p:nvSpPr>
        <p:spPr>
          <a:xfrm>
            <a:off x="1944694" y="468082"/>
            <a:ext cx="6683765" cy="960668"/>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 type="body"/>
          </p:nvPr>
        </p:nvSpPr>
        <p:spPr>
          <a:xfrm>
            <a:off x="2204530" y="1479527"/>
            <a:ext cx="2994549" cy="432197"/>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800"/>
              <a:buNone/>
              <a:defRPr b="0" sz="1800"/>
            </a:lvl1pPr>
            <a:lvl2pPr indent="-228600" lvl="1" marL="914400" algn="l">
              <a:spcBef>
                <a:spcPts val="750"/>
              </a:spcBef>
              <a:spcAft>
                <a:spcPts val="0"/>
              </a:spcAft>
              <a:buSzPts val="1500"/>
              <a:buNone/>
              <a:defRPr b="1" sz="1500"/>
            </a:lvl2pPr>
            <a:lvl3pPr indent="-228600" lvl="2" marL="1371600" algn="l">
              <a:spcBef>
                <a:spcPts val="750"/>
              </a:spcBef>
              <a:spcAft>
                <a:spcPts val="0"/>
              </a:spcAft>
              <a:buSzPts val="1350"/>
              <a:buNone/>
              <a:defRPr b="1" sz="1350"/>
            </a:lvl3pPr>
            <a:lvl4pPr indent="-228600" lvl="3" marL="1828800" algn="l">
              <a:spcBef>
                <a:spcPts val="750"/>
              </a:spcBef>
              <a:spcAft>
                <a:spcPts val="0"/>
              </a:spcAft>
              <a:buSzPts val="1200"/>
              <a:buNone/>
              <a:defRPr b="1" sz="1200"/>
            </a:lvl4pPr>
            <a:lvl5pPr indent="-228600" lvl="4" marL="2286000" algn="l">
              <a:spcBef>
                <a:spcPts val="750"/>
              </a:spcBef>
              <a:spcAft>
                <a:spcPts val="0"/>
              </a:spcAft>
              <a:buSzPts val="1200"/>
              <a:buNone/>
              <a:defRPr b="1" sz="1200"/>
            </a:lvl5pPr>
            <a:lvl6pPr indent="-228600" lvl="5" marL="2743200" algn="l">
              <a:spcBef>
                <a:spcPts val="750"/>
              </a:spcBef>
              <a:spcAft>
                <a:spcPts val="0"/>
              </a:spcAft>
              <a:buSzPts val="1200"/>
              <a:buNone/>
              <a:defRPr b="1" sz="1200"/>
            </a:lvl6pPr>
            <a:lvl7pPr indent="-228600" lvl="6" marL="3200400" algn="l">
              <a:spcBef>
                <a:spcPts val="750"/>
              </a:spcBef>
              <a:spcAft>
                <a:spcPts val="0"/>
              </a:spcAft>
              <a:buSzPts val="1200"/>
              <a:buNone/>
              <a:defRPr b="1" sz="1200"/>
            </a:lvl7pPr>
            <a:lvl8pPr indent="-228600" lvl="7" marL="3657600" algn="l">
              <a:spcBef>
                <a:spcPts val="750"/>
              </a:spcBef>
              <a:spcAft>
                <a:spcPts val="0"/>
              </a:spcAft>
              <a:buSzPts val="1200"/>
              <a:buNone/>
              <a:defRPr b="1" sz="1200"/>
            </a:lvl8pPr>
            <a:lvl9pPr indent="-228600" lvl="8" marL="4114800" algn="l">
              <a:spcBef>
                <a:spcPts val="750"/>
              </a:spcBef>
              <a:spcAft>
                <a:spcPts val="0"/>
              </a:spcAft>
              <a:buSzPts val="1200"/>
              <a:buNone/>
              <a:defRPr b="1" sz="1200"/>
            </a:lvl9pPr>
          </a:lstStyle>
          <a:p/>
        </p:txBody>
      </p:sp>
      <p:sp>
        <p:nvSpPr>
          <p:cNvPr id="83" name="Google Shape;83;p10"/>
          <p:cNvSpPr txBox="1"/>
          <p:nvPr>
            <p:ph idx="2" type="body"/>
          </p:nvPr>
        </p:nvSpPr>
        <p:spPr>
          <a:xfrm>
            <a:off x="1941909" y="1911725"/>
            <a:ext cx="3257170" cy="2515545"/>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84" name="Google Shape;84;p10"/>
          <p:cNvSpPr txBox="1"/>
          <p:nvPr>
            <p:ph idx="3" type="body"/>
          </p:nvPr>
        </p:nvSpPr>
        <p:spPr>
          <a:xfrm>
            <a:off x="5629972" y="1477106"/>
            <a:ext cx="2999251" cy="432197"/>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800"/>
              <a:buNone/>
              <a:defRPr b="0" sz="1800"/>
            </a:lvl1pPr>
            <a:lvl2pPr indent="-228600" lvl="1" marL="914400" algn="l">
              <a:spcBef>
                <a:spcPts val="750"/>
              </a:spcBef>
              <a:spcAft>
                <a:spcPts val="0"/>
              </a:spcAft>
              <a:buSzPts val="1500"/>
              <a:buNone/>
              <a:defRPr b="1" sz="1500"/>
            </a:lvl2pPr>
            <a:lvl3pPr indent="-228600" lvl="2" marL="1371600" algn="l">
              <a:spcBef>
                <a:spcPts val="750"/>
              </a:spcBef>
              <a:spcAft>
                <a:spcPts val="0"/>
              </a:spcAft>
              <a:buSzPts val="1350"/>
              <a:buNone/>
              <a:defRPr b="1" sz="1350"/>
            </a:lvl3pPr>
            <a:lvl4pPr indent="-228600" lvl="3" marL="1828800" algn="l">
              <a:spcBef>
                <a:spcPts val="750"/>
              </a:spcBef>
              <a:spcAft>
                <a:spcPts val="0"/>
              </a:spcAft>
              <a:buSzPts val="1200"/>
              <a:buNone/>
              <a:defRPr b="1" sz="1200"/>
            </a:lvl4pPr>
            <a:lvl5pPr indent="-228600" lvl="4" marL="2286000" algn="l">
              <a:spcBef>
                <a:spcPts val="750"/>
              </a:spcBef>
              <a:spcAft>
                <a:spcPts val="0"/>
              </a:spcAft>
              <a:buSzPts val="1200"/>
              <a:buNone/>
              <a:defRPr b="1" sz="1200"/>
            </a:lvl5pPr>
            <a:lvl6pPr indent="-228600" lvl="5" marL="2743200" algn="l">
              <a:spcBef>
                <a:spcPts val="750"/>
              </a:spcBef>
              <a:spcAft>
                <a:spcPts val="0"/>
              </a:spcAft>
              <a:buSzPts val="1200"/>
              <a:buNone/>
              <a:defRPr b="1" sz="1200"/>
            </a:lvl6pPr>
            <a:lvl7pPr indent="-228600" lvl="6" marL="3200400" algn="l">
              <a:spcBef>
                <a:spcPts val="750"/>
              </a:spcBef>
              <a:spcAft>
                <a:spcPts val="0"/>
              </a:spcAft>
              <a:buSzPts val="1200"/>
              <a:buNone/>
              <a:defRPr b="1" sz="1200"/>
            </a:lvl7pPr>
            <a:lvl8pPr indent="-228600" lvl="7" marL="3657600" algn="l">
              <a:spcBef>
                <a:spcPts val="750"/>
              </a:spcBef>
              <a:spcAft>
                <a:spcPts val="0"/>
              </a:spcAft>
              <a:buSzPts val="1200"/>
              <a:buNone/>
              <a:defRPr b="1" sz="1200"/>
            </a:lvl8pPr>
            <a:lvl9pPr indent="-228600" lvl="8" marL="4114800" algn="l">
              <a:spcBef>
                <a:spcPts val="750"/>
              </a:spcBef>
              <a:spcAft>
                <a:spcPts val="0"/>
              </a:spcAft>
              <a:buSzPts val="1200"/>
              <a:buNone/>
              <a:defRPr b="1" sz="1200"/>
            </a:lvl9pPr>
          </a:lstStyle>
          <a:p/>
        </p:txBody>
      </p:sp>
      <p:sp>
        <p:nvSpPr>
          <p:cNvPr id="85" name="Google Shape;85;p10"/>
          <p:cNvSpPr txBox="1"/>
          <p:nvPr>
            <p:ph idx="4" type="body"/>
          </p:nvPr>
        </p:nvSpPr>
        <p:spPr>
          <a:xfrm>
            <a:off x="5375218" y="1909304"/>
            <a:ext cx="3254006" cy="2515545"/>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86" name="Google Shape;86;p10"/>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0"/>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0"/>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0"/>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1"/>
          <p:cNvSpPr txBox="1"/>
          <p:nvPr>
            <p:ph type="title"/>
          </p:nvPr>
        </p:nvSpPr>
        <p:spPr>
          <a:xfrm>
            <a:off x="1944694" y="468082"/>
            <a:ext cx="6683765" cy="960668"/>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1"/>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6" name="Shape 96"/>
        <p:cNvGrpSpPr/>
        <p:nvPr/>
      </p:nvGrpSpPr>
      <p:grpSpPr>
        <a:xfrm>
          <a:off x="0" y="0"/>
          <a:ext cx="0" cy="0"/>
          <a:chOff x="0" y="0"/>
          <a:chExt cx="0" cy="0"/>
        </a:xfrm>
      </p:grpSpPr>
      <p:sp>
        <p:nvSpPr>
          <p:cNvPr id="97" name="Google Shape;97;p12"/>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2"/>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1" name="Shape 101"/>
        <p:cNvGrpSpPr/>
        <p:nvPr/>
      </p:nvGrpSpPr>
      <p:grpSpPr>
        <a:xfrm>
          <a:off x="0" y="0"/>
          <a:ext cx="0" cy="0"/>
          <a:chOff x="0" y="0"/>
          <a:chExt cx="0" cy="0"/>
        </a:xfrm>
      </p:grpSpPr>
      <p:sp>
        <p:nvSpPr>
          <p:cNvPr id="102" name="Google Shape;102;p13"/>
          <p:cNvSpPr txBox="1"/>
          <p:nvPr>
            <p:ph type="title"/>
          </p:nvPr>
        </p:nvSpPr>
        <p:spPr>
          <a:xfrm>
            <a:off x="1941910" y="334566"/>
            <a:ext cx="2628899" cy="7322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1500"/>
              <a:buFont typeface="Century Gothic"/>
              <a:buNone/>
              <a:defRPr b="0" sz="1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 type="body"/>
          </p:nvPr>
        </p:nvSpPr>
        <p:spPr>
          <a:xfrm>
            <a:off x="4742259" y="334567"/>
            <a:ext cx="3886200" cy="4061222"/>
          </a:xfrm>
          <a:prstGeom prst="rect">
            <a:avLst/>
          </a:prstGeom>
          <a:noFill/>
          <a:ln>
            <a:noFill/>
          </a:ln>
        </p:spPr>
        <p:txBody>
          <a:bodyPr anchorCtr="0" anchor="ctr"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04" name="Google Shape;104;p13"/>
          <p:cNvSpPr txBox="1"/>
          <p:nvPr>
            <p:ph idx="2" type="body"/>
          </p:nvPr>
        </p:nvSpPr>
        <p:spPr>
          <a:xfrm>
            <a:off x="1941910" y="1198960"/>
            <a:ext cx="2628899" cy="3196827"/>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50"/>
              <a:buNone/>
              <a:defRPr sz="1050"/>
            </a:lvl1pPr>
            <a:lvl2pPr indent="-228600" lvl="1" marL="914400" algn="l">
              <a:spcBef>
                <a:spcPts val="750"/>
              </a:spcBef>
              <a:spcAft>
                <a:spcPts val="0"/>
              </a:spcAft>
              <a:buSzPts val="900"/>
              <a:buNone/>
              <a:defRPr sz="900"/>
            </a:lvl2pPr>
            <a:lvl3pPr indent="-228600" lvl="2" marL="1371600" algn="l">
              <a:spcBef>
                <a:spcPts val="750"/>
              </a:spcBef>
              <a:spcAft>
                <a:spcPts val="0"/>
              </a:spcAft>
              <a:buSzPts val="750"/>
              <a:buNone/>
              <a:defRPr sz="750"/>
            </a:lvl3pPr>
            <a:lvl4pPr indent="-228600" lvl="3" marL="1828800" algn="l">
              <a:spcBef>
                <a:spcPts val="750"/>
              </a:spcBef>
              <a:spcAft>
                <a:spcPts val="0"/>
              </a:spcAft>
              <a:buSzPts val="675"/>
              <a:buNone/>
              <a:defRPr sz="675"/>
            </a:lvl4pPr>
            <a:lvl5pPr indent="-228600" lvl="4" marL="2286000" algn="l">
              <a:spcBef>
                <a:spcPts val="750"/>
              </a:spcBef>
              <a:spcAft>
                <a:spcPts val="0"/>
              </a:spcAft>
              <a:buSzPts val="675"/>
              <a:buNone/>
              <a:defRPr sz="675"/>
            </a:lvl5pPr>
            <a:lvl6pPr indent="-228600" lvl="5" marL="2743200" algn="l">
              <a:spcBef>
                <a:spcPts val="750"/>
              </a:spcBef>
              <a:spcAft>
                <a:spcPts val="0"/>
              </a:spcAft>
              <a:buSzPts val="675"/>
              <a:buNone/>
              <a:defRPr sz="675"/>
            </a:lvl6pPr>
            <a:lvl7pPr indent="-228600" lvl="6" marL="3200400" algn="l">
              <a:spcBef>
                <a:spcPts val="750"/>
              </a:spcBef>
              <a:spcAft>
                <a:spcPts val="0"/>
              </a:spcAft>
              <a:buSzPts val="675"/>
              <a:buNone/>
              <a:defRPr sz="675"/>
            </a:lvl7pPr>
            <a:lvl8pPr indent="-228600" lvl="7" marL="3657600" algn="l">
              <a:spcBef>
                <a:spcPts val="750"/>
              </a:spcBef>
              <a:spcAft>
                <a:spcPts val="0"/>
              </a:spcAft>
              <a:buSzPts val="675"/>
              <a:buNone/>
              <a:defRPr sz="675"/>
            </a:lvl8pPr>
            <a:lvl9pPr indent="-228600" lvl="8" marL="4114800" algn="l">
              <a:spcBef>
                <a:spcPts val="750"/>
              </a:spcBef>
              <a:spcAft>
                <a:spcPts val="0"/>
              </a:spcAft>
              <a:buSzPts val="675"/>
              <a:buNone/>
              <a:defRPr sz="675"/>
            </a:lvl9pPr>
          </a:lstStyle>
          <a:p/>
        </p:txBody>
      </p:sp>
      <p:sp>
        <p:nvSpPr>
          <p:cNvPr id="105" name="Google Shape;105;p13"/>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3"/>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 name="Shape 109"/>
        <p:cNvGrpSpPr/>
        <p:nvPr/>
      </p:nvGrpSpPr>
      <p:grpSpPr>
        <a:xfrm>
          <a:off x="0" y="0"/>
          <a:ext cx="0" cy="0"/>
          <a:chOff x="0" y="0"/>
          <a:chExt cx="0" cy="0"/>
        </a:xfrm>
      </p:grpSpPr>
      <p:sp>
        <p:nvSpPr>
          <p:cNvPr id="110" name="Google Shape;110;p14"/>
          <p:cNvSpPr txBox="1"/>
          <p:nvPr>
            <p:ph type="title"/>
          </p:nvPr>
        </p:nvSpPr>
        <p:spPr>
          <a:xfrm>
            <a:off x="1941910" y="3600450"/>
            <a:ext cx="668655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1800"/>
              <a:buFont typeface="Century Gothic"/>
              <a:buNone/>
              <a:defRPr b="0" sz="1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4"/>
          <p:cNvSpPr/>
          <p:nvPr>
            <p:ph idx="2" type="pic"/>
          </p:nvPr>
        </p:nvSpPr>
        <p:spPr>
          <a:xfrm>
            <a:off x="1941909" y="476224"/>
            <a:ext cx="6686550" cy="2891228"/>
          </a:xfrm>
          <a:prstGeom prst="rect">
            <a:avLst/>
          </a:prstGeom>
          <a:noFill/>
          <a:ln>
            <a:noFill/>
          </a:ln>
        </p:spPr>
      </p:sp>
      <p:sp>
        <p:nvSpPr>
          <p:cNvPr id="112" name="Google Shape;112;p14"/>
          <p:cNvSpPr txBox="1"/>
          <p:nvPr>
            <p:ph idx="1" type="body"/>
          </p:nvPr>
        </p:nvSpPr>
        <p:spPr>
          <a:xfrm>
            <a:off x="1941910" y="4025504"/>
            <a:ext cx="6686550" cy="370284"/>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900"/>
              <a:buNone/>
              <a:defRPr sz="900"/>
            </a:lvl1pPr>
            <a:lvl2pPr indent="-228600" lvl="1" marL="914400" algn="l">
              <a:spcBef>
                <a:spcPts val="750"/>
              </a:spcBef>
              <a:spcAft>
                <a:spcPts val="0"/>
              </a:spcAft>
              <a:buSzPts val="900"/>
              <a:buNone/>
              <a:defRPr sz="900"/>
            </a:lvl2pPr>
            <a:lvl3pPr indent="-228600" lvl="2" marL="1371600" algn="l">
              <a:spcBef>
                <a:spcPts val="750"/>
              </a:spcBef>
              <a:spcAft>
                <a:spcPts val="0"/>
              </a:spcAft>
              <a:buSzPts val="750"/>
              <a:buNone/>
              <a:defRPr sz="750"/>
            </a:lvl3pPr>
            <a:lvl4pPr indent="-228600" lvl="3" marL="1828800" algn="l">
              <a:spcBef>
                <a:spcPts val="750"/>
              </a:spcBef>
              <a:spcAft>
                <a:spcPts val="0"/>
              </a:spcAft>
              <a:buSzPts val="675"/>
              <a:buNone/>
              <a:defRPr sz="675"/>
            </a:lvl4pPr>
            <a:lvl5pPr indent="-228600" lvl="4" marL="2286000" algn="l">
              <a:spcBef>
                <a:spcPts val="750"/>
              </a:spcBef>
              <a:spcAft>
                <a:spcPts val="0"/>
              </a:spcAft>
              <a:buSzPts val="675"/>
              <a:buNone/>
              <a:defRPr sz="675"/>
            </a:lvl5pPr>
            <a:lvl6pPr indent="-228600" lvl="5" marL="2743200" algn="l">
              <a:spcBef>
                <a:spcPts val="750"/>
              </a:spcBef>
              <a:spcAft>
                <a:spcPts val="0"/>
              </a:spcAft>
              <a:buSzPts val="675"/>
              <a:buNone/>
              <a:defRPr sz="675"/>
            </a:lvl6pPr>
            <a:lvl7pPr indent="-228600" lvl="6" marL="3200400" algn="l">
              <a:spcBef>
                <a:spcPts val="750"/>
              </a:spcBef>
              <a:spcAft>
                <a:spcPts val="0"/>
              </a:spcAft>
              <a:buSzPts val="675"/>
              <a:buNone/>
              <a:defRPr sz="675"/>
            </a:lvl7pPr>
            <a:lvl8pPr indent="-228600" lvl="7" marL="3657600" algn="l">
              <a:spcBef>
                <a:spcPts val="750"/>
              </a:spcBef>
              <a:spcAft>
                <a:spcPts val="0"/>
              </a:spcAft>
              <a:buSzPts val="675"/>
              <a:buNone/>
              <a:defRPr sz="675"/>
            </a:lvl8pPr>
            <a:lvl9pPr indent="-228600" lvl="8" marL="4114800" algn="l">
              <a:spcBef>
                <a:spcPts val="750"/>
              </a:spcBef>
              <a:spcAft>
                <a:spcPts val="0"/>
              </a:spcAft>
              <a:buSzPts val="675"/>
              <a:buNone/>
              <a:defRPr sz="675"/>
            </a:lvl9pPr>
          </a:lstStyle>
          <a:p/>
        </p:txBody>
      </p:sp>
      <p:sp>
        <p:nvSpPr>
          <p:cNvPr id="113" name="Google Shape;113;p14"/>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4"/>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4"/>
          <p:cNvSpPr/>
          <p:nvPr/>
        </p:nvSpPr>
        <p:spPr>
          <a:xfrm flipH="1" rot="10800000">
            <a:off x="-3141" y="3683794"/>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txBox="1"/>
          <p:nvPr>
            <p:ph idx="12" type="sldNum"/>
          </p:nvPr>
        </p:nvSpPr>
        <p:spPr>
          <a:xfrm>
            <a:off x="398860" y="3737316"/>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7" name="Shape 117"/>
        <p:cNvGrpSpPr/>
        <p:nvPr/>
      </p:nvGrpSpPr>
      <p:grpSpPr>
        <a:xfrm>
          <a:off x="0" y="0"/>
          <a:ext cx="0" cy="0"/>
          <a:chOff x="0" y="0"/>
          <a:chExt cx="0" cy="0"/>
        </a:xfrm>
      </p:grpSpPr>
      <p:sp>
        <p:nvSpPr>
          <p:cNvPr id="118" name="Google Shape;118;p15"/>
          <p:cNvSpPr txBox="1"/>
          <p:nvPr>
            <p:ph type="title"/>
          </p:nvPr>
        </p:nvSpPr>
        <p:spPr>
          <a:xfrm>
            <a:off x="1941910" y="457200"/>
            <a:ext cx="6686549" cy="233778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3600"/>
              <a:buFont typeface="Century Gothic"/>
              <a:buNone/>
              <a:defRPr b="0" sz="3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5"/>
          <p:cNvSpPr txBox="1"/>
          <p:nvPr>
            <p:ph idx="1" type="body"/>
          </p:nvPr>
        </p:nvSpPr>
        <p:spPr>
          <a:xfrm>
            <a:off x="1941910" y="3265535"/>
            <a:ext cx="6686549" cy="1166898"/>
          </a:xfrm>
          <a:prstGeom prst="rect">
            <a:avLst/>
          </a:prstGeom>
          <a:noFill/>
          <a:ln>
            <a:noFill/>
          </a:ln>
        </p:spPr>
        <p:txBody>
          <a:bodyPr anchorCtr="0" anchor="ctr" bIns="45700" lIns="91425" spcFirstLastPara="1" rIns="91425" wrap="square" tIns="45700">
            <a:normAutofit/>
          </a:bodyPr>
          <a:lstStyle>
            <a:lvl1pPr indent="-228600" lvl="0" marL="457200" algn="l">
              <a:spcBef>
                <a:spcPts val="750"/>
              </a:spcBef>
              <a:spcAft>
                <a:spcPts val="0"/>
              </a:spcAft>
              <a:buSzPts val="1350"/>
              <a:buNone/>
              <a:defRPr sz="1350">
                <a:solidFill>
                  <a:srgbClr val="595959"/>
                </a:solidFill>
              </a:defRPr>
            </a:lvl1pPr>
            <a:lvl2pPr indent="-228600" lvl="1" marL="914400" algn="l">
              <a:spcBef>
                <a:spcPts val="750"/>
              </a:spcBef>
              <a:spcAft>
                <a:spcPts val="0"/>
              </a:spcAft>
              <a:buSzPts val="1350"/>
              <a:buNone/>
              <a:defRPr sz="1350">
                <a:solidFill>
                  <a:srgbClr val="888888"/>
                </a:solidFill>
              </a:defRPr>
            </a:lvl2pPr>
            <a:lvl3pPr indent="-228600" lvl="2" marL="1371600" algn="l">
              <a:spcBef>
                <a:spcPts val="750"/>
              </a:spcBef>
              <a:spcAft>
                <a:spcPts val="0"/>
              </a:spcAft>
              <a:buSzPts val="1200"/>
              <a:buNone/>
              <a:defRPr sz="1200">
                <a:solidFill>
                  <a:srgbClr val="888888"/>
                </a:solidFill>
              </a:defRPr>
            </a:lvl3pPr>
            <a:lvl4pPr indent="-228600" lvl="3" marL="1828800" algn="l">
              <a:spcBef>
                <a:spcPts val="750"/>
              </a:spcBef>
              <a:spcAft>
                <a:spcPts val="0"/>
              </a:spcAft>
              <a:buSzPts val="1050"/>
              <a:buNone/>
              <a:defRPr sz="1050">
                <a:solidFill>
                  <a:srgbClr val="888888"/>
                </a:solidFill>
              </a:defRPr>
            </a:lvl4pPr>
            <a:lvl5pPr indent="-228600" lvl="4" marL="2286000" algn="l">
              <a:spcBef>
                <a:spcPts val="750"/>
              </a:spcBef>
              <a:spcAft>
                <a:spcPts val="0"/>
              </a:spcAft>
              <a:buSzPts val="1050"/>
              <a:buNone/>
              <a:defRPr sz="1050">
                <a:solidFill>
                  <a:srgbClr val="888888"/>
                </a:solidFill>
              </a:defRPr>
            </a:lvl5pPr>
            <a:lvl6pPr indent="-228600" lvl="5" marL="2743200" algn="l">
              <a:spcBef>
                <a:spcPts val="750"/>
              </a:spcBef>
              <a:spcAft>
                <a:spcPts val="0"/>
              </a:spcAft>
              <a:buSzPts val="1050"/>
              <a:buNone/>
              <a:defRPr sz="1050">
                <a:solidFill>
                  <a:srgbClr val="888888"/>
                </a:solidFill>
              </a:defRPr>
            </a:lvl6pPr>
            <a:lvl7pPr indent="-228600" lvl="6" marL="3200400" algn="l">
              <a:spcBef>
                <a:spcPts val="750"/>
              </a:spcBef>
              <a:spcAft>
                <a:spcPts val="0"/>
              </a:spcAft>
              <a:buSzPts val="1050"/>
              <a:buNone/>
              <a:defRPr sz="1050">
                <a:solidFill>
                  <a:srgbClr val="888888"/>
                </a:solidFill>
              </a:defRPr>
            </a:lvl7pPr>
            <a:lvl8pPr indent="-228600" lvl="7" marL="3657600" algn="l">
              <a:spcBef>
                <a:spcPts val="750"/>
              </a:spcBef>
              <a:spcAft>
                <a:spcPts val="0"/>
              </a:spcAft>
              <a:buSzPts val="1050"/>
              <a:buNone/>
              <a:defRPr sz="1050">
                <a:solidFill>
                  <a:srgbClr val="888888"/>
                </a:solidFill>
              </a:defRPr>
            </a:lvl8pPr>
            <a:lvl9pPr indent="-228600" lvl="8" marL="4114800" algn="l">
              <a:spcBef>
                <a:spcPts val="750"/>
              </a:spcBef>
              <a:spcAft>
                <a:spcPts val="0"/>
              </a:spcAft>
              <a:buSzPts val="1050"/>
              <a:buNone/>
              <a:defRPr sz="1050">
                <a:solidFill>
                  <a:srgbClr val="888888"/>
                </a:solidFill>
              </a:defRPr>
            </a:lvl9pPr>
          </a:lstStyle>
          <a:p/>
        </p:txBody>
      </p:sp>
      <p:sp>
        <p:nvSpPr>
          <p:cNvPr id="120" name="Google Shape;120;p15"/>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5"/>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5"/>
          <p:cNvSpPr/>
          <p:nvPr/>
        </p:nvSpPr>
        <p:spPr>
          <a:xfrm flipH="1" rot="10800000">
            <a:off x="-3141" y="238363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txBox="1"/>
          <p:nvPr>
            <p:ph idx="12" type="sldNum"/>
          </p:nvPr>
        </p:nvSpPr>
        <p:spPr>
          <a:xfrm>
            <a:off x="398860" y="2433105"/>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24" name="Shape 124"/>
        <p:cNvGrpSpPr/>
        <p:nvPr/>
      </p:nvGrpSpPr>
      <p:grpSpPr>
        <a:xfrm>
          <a:off x="0" y="0"/>
          <a:ext cx="0" cy="0"/>
          <a:chOff x="0" y="0"/>
          <a:chExt cx="0" cy="0"/>
        </a:xfrm>
      </p:grpSpPr>
      <p:sp>
        <p:nvSpPr>
          <p:cNvPr id="125" name="Google Shape;125;p16"/>
          <p:cNvSpPr txBox="1"/>
          <p:nvPr>
            <p:ph type="title"/>
          </p:nvPr>
        </p:nvSpPr>
        <p:spPr>
          <a:xfrm>
            <a:off x="2137462" y="457200"/>
            <a:ext cx="6295445" cy="2171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3600"/>
              <a:buFont typeface="Century Gothic"/>
              <a:buNone/>
              <a:defRPr b="0" sz="3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6"/>
          <p:cNvSpPr txBox="1"/>
          <p:nvPr>
            <p:ph idx="1" type="body"/>
          </p:nvPr>
        </p:nvSpPr>
        <p:spPr>
          <a:xfrm>
            <a:off x="2456259" y="2628900"/>
            <a:ext cx="5652416" cy="285750"/>
          </a:xfrm>
          <a:prstGeom prst="rect">
            <a:avLst/>
          </a:prstGeom>
          <a:noFill/>
          <a:ln>
            <a:noFill/>
          </a:ln>
        </p:spPr>
        <p:txBody>
          <a:bodyPr anchorCtr="0" anchor="ctr" bIns="45700" lIns="91425" spcFirstLastPara="1" rIns="91425" wrap="square" tIns="45700">
            <a:noAutofit/>
          </a:bodyPr>
          <a:lstStyle>
            <a:lvl1pPr indent="-228600" lvl="0" marL="457200" algn="l">
              <a:spcBef>
                <a:spcPts val="750"/>
              </a:spcBef>
              <a:spcAft>
                <a:spcPts val="0"/>
              </a:spcAft>
              <a:buSzPts val="1200"/>
              <a:buFont typeface="Century Gothic"/>
              <a:buNone/>
              <a:defRPr sz="1200">
                <a:solidFill>
                  <a:srgbClr val="7F7F7F"/>
                </a:solidFill>
              </a:defRPr>
            </a:lvl1pPr>
            <a:lvl2pPr indent="-228600" lvl="1" marL="914400" algn="l">
              <a:spcBef>
                <a:spcPts val="750"/>
              </a:spcBef>
              <a:spcAft>
                <a:spcPts val="0"/>
              </a:spcAft>
              <a:buSzPts val="1200"/>
              <a:buFont typeface="Century Gothic"/>
              <a:buNone/>
              <a:defRPr/>
            </a:lvl2pPr>
            <a:lvl3pPr indent="-228600" lvl="2" marL="1371600" algn="l">
              <a:spcBef>
                <a:spcPts val="750"/>
              </a:spcBef>
              <a:spcAft>
                <a:spcPts val="0"/>
              </a:spcAft>
              <a:buSzPts val="1050"/>
              <a:buFont typeface="Century Gothic"/>
              <a:buNone/>
              <a:defRPr/>
            </a:lvl3pPr>
            <a:lvl4pPr indent="-228600" lvl="3" marL="1828800" algn="l">
              <a:spcBef>
                <a:spcPts val="750"/>
              </a:spcBef>
              <a:spcAft>
                <a:spcPts val="0"/>
              </a:spcAft>
              <a:buSzPts val="900"/>
              <a:buFont typeface="Century Gothic"/>
              <a:buNone/>
              <a:defRPr/>
            </a:lvl4pPr>
            <a:lvl5pPr indent="-228600" lvl="4" marL="2286000" algn="l">
              <a:spcBef>
                <a:spcPts val="750"/>
              </a:spcBef>
              <a:spcAft>
                <a:spcPts val="0"/>
              </a:spcAft>
              <a:buSzPts val="900"/>
              <a:buFont typeface="Century Gothic"/>
              <a:buNone/>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27" name="Google Shape;127;p16"/>
          <p:cNvSpPr txBox="1"/>
          <p:nvPr>
            <p:ph idx="2" type="body"/>
          </p:nvPr>
        </p:nvSpPr>
        <p:spPr>
          <a:xfrm>
            <a:off x="1941910" y="3265535"/>
            <a:ext cx="6686549" cy="1166898"/>
          </a:xfrm>
          <a:prstGeom prst="rect">
            <a:avLst/>
          </a:prstGeom>
          <a:noFill/>
          <a:ln>
            <a:noFill/>
          </a:ln>
        </p:spPr>
        <p:txBody>
          <a:bodyPr anchorCtr="0" anchor="ctr" bIns="45700" lIns="91425" spcFirstLastPara="1" rIns="91425" wrap="square" tIns="45700">
            <a:normAutofit/>
          </a:bodyPr>
          <a:lstStyle>
            <a:lvl1pPr indent="-228600" lvl="0" marL="457200" algn="l">
              <a:spcBef>
                <a:spcPts val="750"/>
              </a:spcBef>
              <a:spcAft>
                <a:spcPts val="0"/>
              </a:spcAft>
              <a:buSzPts val="1350"/>
              <a:buNone/>
              <a:defRPr sz="1350">
                <a:solidFill>
                  <a:srgbClr val="595959"/>
                </a:solidFill>
              </a:defRPr>
            </a:lvl1pPr>
            <a:lvl2pPr indent="-228600" lvl="1" marL="914400" algn="l">
              <a:spcBef>
                <a:spcPts val="750"/>
              </a:spcBef>
              <a:spcAft>
                <a:spcPts val="0"/>
              </a:spcAft>
              <a:buSzPts val="1350"/>
              <a:buNone/>
              <a:defRPr sz="1350">
                <a:solidFill>
                  <a:srgbClr val="888888"/>
                </a:solidFill>
              </a:defRPr>
            </a:lvl2pPr>
            <a:lvl3pPr indent="-228600" lvl="2" marL="1371600" algn="l">
              <a:spcBef>
                <a:spcPts val="750"/>
              </a:spcBef>
              <a:spcAft>
                <a:spcPts val="0"/>
              </a:spcAft>
              <a:buSzPts val="1200"/>
              <a:buNone/>
              <a:defRPr sz="1200">
                <a:solidFill>
                  <a:srgbClr val="888888"/>
                </a:solidFill>
              </a:defRPr>
            </a:lvl3pPr>
            <a:lvl4pPr indent="-228600" lvl="3" marL="1828800" algn="l">
              <a:spcBef>
                <a:spcPts val="750"/>
              </a:spcBef>
              <a:spcAft>
                <a:spcPts val="0"/>
              </a:spcAft>
              <a:buSzPts val="1050"/>
              <a:buNone/>
              <a:defRPr sz="1050">
                <a:solidFill>
                  <a:srgbClr val="888888"/>
                </a:solidFill>
              </a:defRPr>
            </a:lvl4pPr>
            <a:lvl5pPr indent="-228600" lvl="4" marL="2286000" algn="l">
              <a:spcBef>
                <a:spcPts val="750"/>
              </a:spcBef>
              <a:spcAft>
                <a:spcPts val="0"/>
              </a:spcAft>
              <a:buSzPts val="1050"/>
              <a:buNone/>
              <a:defRPr sz="1050">
                <a:solidFill>
                  <a:srgbClr val="888888"/>
                </a:solidFill>
              </a:defRPr>
            </a:lvl5pPr>
            <a:lvl6pPr indent="-228600" lvl="5" marL="2743200" algn="l">
              <a:spcBef>
                <a:spcPts val="750"/>
              </a:spcBef>
              <a:spcAft>
                <a:spcPts val="0"/>
              </a:spcAft>
              <a:buSzPts val="1050"/>
              <a:buNone/>
              <a:defRPr sz="1050">
                <a:solidFill>
                  <a:srgbClr val="888888"/>
                </a:solidFill>
              </a:defRPr>
            </a:lvl6pPr>
            <a:lvl7pPr indent="-228600" lvl="6" marL="3200400" algn="l">
              <a:spcBef>
                <a:spcPts val="750"/>
              </a:spcBef>
              <a:spcAft>
                <a:spcPts val="0"/>
              </a:spcAft>
              <a:buSzPts val="1050"/>
              <a:buNone/>
              <a:defRPr sz="1050">
                <a:solidFill>
                  <a:srgbClr val="888888"/>
                </a:solidFill>
              </a:defRPr>
            </a:lvl7pPr>
            <a:lvl8pPr indent="-228600" lvl="7" marL="3657600" algn="l">
              <a:spcBef>
                <a:spcPts val="750"/>
              </a:spcBef>
              <a:spcAft>
                <a:spcPts val="0"/>
              </a:spcAft>
              <a:buSzPts val="1050"/>
              <a:buNone/>
              <a:defRPr sz="1050">
                <a:solidFill>
                  <a:srgbClr val="888888"/>
                </a:solidFill>
              </a:defRPr>
            </a:lvl8pPr>
            <a:lvl9pPr indent="-228600" lvl="8" marL="4114800" algn="l">
              <a:spcBef>
                <a:spcPts val="750"/>
              </a:spcBef>
              <a:spcAft>
                <a:spcPts val="0"/>
              </a:spcAft>
              <a:buSzPts val="1050"/>
              <a:buNone/>
              <a:defRPr sz="1050">
                <a:solidFill>
                  <a:srgbClr val="888888"/>
                </a:solidFill>
              </a:defRPr>
            </a:lvl9pPr>
          </a:lstStyle>
          <a:p/>
        </p:txBody>
      </p:sp>
      <p:sp>
        <p:nvSpPr>
          <p:cNvPr id="128" name="Google Shape;128;p16"/>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6"/>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6"/>
          <p:cNvSpPr/>
          <p:nvPr/>
        </p:nvSpPr>
        <p:spPr>
          <a:xfrm flipH="1" rot="10800000">
            <a:off x="-3141" y="238363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txBox="1"/>
          <p:nvPr>
            <p:ph idx="12" type="sldNum"/>
          </p:nvPr>
        </p:nvSpPr>
        <p:spPr>
          <a:xfrm>
            <a:off x="398860" y="2433105"/>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16"/>
          <p:cNvSpPr txBox="1"/>
          <p:nvPr/>
        </p:nvSpPr>
        <p:spPr>
          <a:xfrm>
            <a:off x="1850739" y="48600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US" sz="6000" u="none" cap="none" strike="noStrike">
                <a:solidFill>
                  <a:schemeClr val="accent1"/>
                </a:solidFill>
                <a:latin typeface="Arial"/>
                <a:ea typeface="Arial"/>
                <a:cs typeface="Arial"/>
                <a:sym typeface="Arial"/>
              </a:rPr>
              <a:t>“</a:t>
            </a:r>
            <a:endParaRPr/>
          </a:p>
        </p:txBody>
      </p:sp>
      <p:sp>
        <p:nvSpPr>
          <p:cNvPr id="133" name="Google Shape;133;p16"/>
          <p:cNvSpPr txBox="1"/>
          <p:nvPr/>
        </p:nvSpPr>
        <p:spPr>
          <a:xfrm>
            <a:off x="8336139" y="2178980"/>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US" sz="6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34" name="Shape 134"/>
        <p:cNvGrpSpPr/>
        <p:nvPr/>
      </p:nvGrpSpPr>
      <p:grpSpPr>
        <a:xfrm>
          <a:off x="0" y="0"/>
          <a:ext cx="0" cy="0"/>
          <a:chOff x="0" y="0"/>
          <a:chExt cx="0" cy="0"/>
        </a:xfrm>
      </p:grpSpPr>
      <p:sp>
        <p:nvSpPr>
          <p:cNvPr id="135" name="Google Shape;135;p17"/>
          <p:cNvSpPr txBox="1"/>
          <p:nvPr>
            <p:ph type="title"/>
          </p:nvPr>
        </p:nvSpPr>
        <p:spPr>
          <a:xfrm>
            <a:off x="1941910" y="1828800"/>
            <a:ext cx="6686550" cy="20436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7"/>
          <p:cNvSpPr txBox="1"/>
          <p:nvPr>
            <p:ph idx="1" type="body"/>
          </p:nvPr>
        </p:nvSpPr>
        <p:spPr>
          <a:xfrm>
            <a:off x="1941910" y="3886200"/>
            <a:ext cx="6686550" cy="547217"/>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350"/>
              <a:buNone/>
              <a:defRPr>
                <a:solidFill>
                  <a:srgbClr val="595959"/>
                </a:solidFill>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37" name="Google Shape;137;p17"/>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7"/>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p:nvPr/>
        </p:nvSpPr>
        <p:spPr>
          <a:xfrm flipH="1" rot="10800000">
            <a:off x="-3141" y="3683794"/>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txBox="1"/>
          <p:nvPr>
            <p:ph idx="12" type="sldNum"/>
          </p:nvPr>
        </p:nvSpPr>
        <p:spPr>
          <a:xfrm>
            <a:off x="398860" y="3737316"/>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41" name="Shape 141"/>
        <p:cNvGrpSpPr/>
        <p:nvPr/>
      </p:nvGrpSpPr>
      <p:grpSpPr>
        <a:xfrm>
          <a:off x="0" y="0"/>
          <a:ext cx="0" cy="0"/>
          <a:chOff x="0" y="0"/>
          <a:chExt cx="0" cy="0"/>
        </a:xfrm>
      </p:grpSpPr>
      <p:sp>
        <p:nvSpPr>
          <p:cNvPr id="142" name="Google Shape;142;p18"/>
          <p:cNvSpPr txBox="1"/>
          <p:nvPr>
            <p:ph type="title"/>
          </p:nvPr>
        </p:nvSpPr>
        <p:spPr>
          <a:xfrm>
            <a:off x="2137462" y="457200"/>
            <a:ext cx="6295445" cy="2171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3600"/>
              <a:buFont typeface="Century Gothic"/>
              <a:buNone/>
              <a:defRPr b="0" sz="3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8"/>
          <p:cNvSpPr txBox="1"/>
          <p:nvPr>
            <p:ph idx="1" type="body"/>
          </p:nvPr>
        </p:nvSpPr>
        <p:spPr>
          <a:xfrm>
            <a:off x="1941909" y="3257550"/>
            <a:ext cx="6686550" cy="628650"/>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800"/>
              <a:buFont typeface="Century Gothic"/>
              <a:buNone/>
              <a:defRPr sz="1800">
                <a:solidFill>
                  <a:schemeClr val="accent1"/>
                </a:solidFill>
              </a:defRPr>
            </a:lvl1pPr>
            <a:lvl2pPr indent="-228600" lvl="1" marL="914400" algn="l">
              <a:spcBef>
                <a:spcPts val="750"/>
              </a:spcBef>
              <a:spcAft>
                <a:spcPts val="0"/>
              </a:spcAft>
              <a:buSzPts val="1200"/>
              <a:buFont typeface="Century Gothic"/>
              <a:buNone/>
              <a:defRPr/>
            </a:lvl2pPr>
            <a:lvl3pPr indent="-228600" lvl="2" marL="1371600" algn="l">
              <a:spcBef>
                <a:spcPts val="750"/>
              </a:spcBef>
              <a:spcAft>
                <a:spcPts val="0"/>
              </a:spcAft>
              <a:buSzPts val="1050"/>
              <a:buFont typeface="Century Gothic"/>
              <a:buNone/>
              <a:defRPr/>
            </a:lvl3pPr>
            <a:lvl4pPr indent="-228600" lvl="3" marL="1828800" algn="l">
              <a:spcBef>
                <a:spcPts val="750"/>
              </a:spcBef>
              <a:spcAft>
                <a:spcPts val="0"/>
              </a:spcAft>
              <a:buSzPts val="900"/>
              <a:buFont typeface="Century Gothic"/>
              <a:buNone/>
              <a:defRPr/>
            </a:lvl4pPr>
            <a:lvl5pPr indent="-228600" lvl="4" marL="2286000" algn="l">
              <a:spcBef>
                <a:spcPts val="750"/>
              </a:spcBef>
              <a:spcAft>
                <a:spcPts val="0"/>
              </a:spcAft>
              <a:buSzPts val="900"/>
              <a:buFont typeface="Century Gothic"/>
              <a:buNone/>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44" name="Google Shape;144;p18"/>
          <p:cNvSpPr txBox="1"/>
          <p:nvPr>
            <p:ph idx="2" type="body"/>
          </p:nvPr>
        </p:nvSpPr>
        <p:spPr>
          <a:xfrm>
            <a:off x="1941910" y="3886200"/>
            <a:ext cx="6686550" cy="547217"/>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350"/>
              <a:buNone/>
              <a:defRPr>
                <a:solidFill>
                  <a:srgbClr val="595959"/>
                </a:solidFill>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45" name="Google Shape;145;p18"/>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8"/>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8"/>
          <p:cNvSpPr/>
          <p:nvPr/>
        </p:nvSpPr>
        <p:spPr>
          <a:xfrm flipH="1" rot="10800000">
            <a:off x="-3141" y="3683794"/>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txBox="1"/>
          <p:nvPr>
            <p:ph idx="12" type="sldNum"/>
          </p:nvPr>
        </p:nvSpPr>
        <p:spPr>
          <a:xfrm>
            <a:off x="398860" y="3737316"/>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9" name="Google Shape;149;p18"/>
          <p:cNvSpPr txBox="1"/>
          <p:nvPr/>
        </p:nvSpPr>
        <p:spPr>
          <a:xfrm>
            <a:off x="1850739" y="48600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US" sz="6000" u="none" cap="none" strike="noStrike">
                <a:solidFill>
                  <a:schemeClr val="accent1"/>
                </a:solidFill>
                <a:latin typeface="Arial"/>
                <a:ea typeface="Arial"/>
                <a:cs typeface="Arial"/>
                <a:sym typeface="Arial"/>
              </a:rPr>
              <a:t>“</a:t>
            </a:r>
            <a:endParaRPr/>
          </a:p>
        </p:txBody>
      </p:sp>
      <p:sp>
        <p:nvSpPr>
          <p:cNvPr id="150" name="Google Shape;150;p18"/>
          <p:cNvSpPr txBox="1"/>
          <p:nvPr/>
        </p:nvSpPr>
        <p:spPr>
          <a:xfrm>
            <a:off x="8336139" y="2178980"/>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US" sz="6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51" name="Shape 151"/>
        <p:cNvGrpSpPr/>
        <p:nvPr/>
      </p:nvGrpSpPr>
      <p:grpSpPr>
        <a:xfrm>
          <a:off x="0" y="0"/>
          <a:ext cx="0" cy="0"/>
          <a:chOff x="0" y="0"/>
          <a:chExt cx="0" cy="0"/>
        </a:xfrm>
      </p:grpSpPr>
      <p:sp>
        <p:nvSpPr>
          <p:cNvPr id="152" name="Google Shape;152;p19"/>
          <p:cNvSpPr txBox="1"/>
          <p:nvPr>
            <p:ph type="title"/>
          </p:nvPr>
        </p:nvSpPr>
        <p:spPr>
          <a:xfrm>
            <a:off x="1941910" y="470555"/>
            <a:ext cx="6686549" cy="216001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9"/>
          <p:cNvSpPr txBox="1"/>
          <p:nvPr>
            <p:ph idx="1" type="body"/>
          </p:nvPr>
        </p:nvSpPr>
        <p:spPr>
          <a:xfrm>
            <a:off x="1941909" y="3257550"/>
            <a:ext cx="6686550" cy="628650"/>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800"/>
              <a:buFont typeface="Century Gothic"/>
              <a:buNone/>
              <a:defRPr sz="1800">
                <a:solidFill>
                  <a:schemeClr val="accent1"/>
                </a:solidFill>
              </a:defRPr>
            </a:lvl1pPr>
            <a:lvl2pPr indent="-228600" lvl="1" marL="914400" algn="l">
              <a:spcBef>
                <a:spcPts val="750"/>
              </a:spcBef>
              <a:spcAft>
                <a:spcPts val="0"/>
              </a:spcAft>
              <a:buSzPts val="1200"/>
              <a:buFont typeface="Century Gothic"/>
              <a:buNone/>
              <a:defRPr/>
            </a:lvl2pPr>
            <a:lvl3pPr indent="-228600" lvl="2" marL="1371600" algn="l">
              <a:spcBef>
                <a:spcPts val="750"/>
              </a:spcBef>
              <a:spcAft>
                <a:spcPts val="0"/>
              </a:spcAft>
              <a:buSzPts val="1050"/>
              <a:buFont typeface="Century Gothic"/>
              <a:buNone/>
              <a:defRPr/>
            </a:lvl3pPr>
            <a:lvl4pPr indent="-228600" lvl="3" marL="1828800" algn="l">
              <a:spcBef>
                <a:spcPts val="750"/>
              </a:spcBef>
              <a:spcAft>
                <a:spcPts val="0"/>
              </a:spcAft>
              <a:buSzPts val="900"/>
              <a:buFont typeface="Century Gothic"/>
              <a:buNone/>
              <a:defRPr/>
            </a:lvl4pPr>
            <a:lvl5pPr indent="-228600" lvl="4" marL="2286000" algn="l">
              <a:spcBef>
                <a:spcPts val="750"/>
              </a:spcBef>
              <a:spcAft>
                <a:spcPts val="0"/>
              </a:spcAft>
              <a:buSzPts val="900"/>
              <a:buFont typeface="Century Gothic"/>
              <a:buNone/>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54" name="Google Shape;154;p19"/>
          <p:cNvSpPr txBox="1"/>
          <p:nvPr>
            <p:ph idx="2" type="body"/>
          </p:nvPr>
        </p:nvSpPr>
        <p:spPr>
          <a:xfrm>
            <a:off x="1941910" y="3886200"/>
            <a:ext cx="6686550" cy="547217"/>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350"/>
              <a:buNone/>
              <a:defRPr>
                <a:solidFill>
                  <a:srgbClr val="595959"/>
                </a:solidFill>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55" name="Google Shape;155;p19"/>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9"/>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19"/>
          <p:cNvSpPr/>
          <p:nvPr/>
        </p:nvSpPr>
        <p:spPr>
          <a:xfrm flipH="1" rot="10800000">
            <a:off x="-3141" y="3683794"/>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txBox="1"/>
          <p:nvPr>
            <p:ph idx="12" type="sldNum"/>
          </p:nvPr>
        </p:nvSpPr>
        <p:spPr>
          <a:xfrm>
            <a:off x="398860" y="3737316"/>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9" name="Shape 159"/>
        <p:cNvGrpSpPr/>
        <p:nvPr/>
      </p:nvGrpSpPr>
      <p:grpSpPr>
        <a:xfrm>
          <a:off x="0" y="0"/>
          <a:ext cx="0" cy="0"/>
          <a:chOff x="0" y="0"/>
          <a:chExt cx="0" cy="0"/>
        </a:xfrm>
      </p:grpSpPr>
      <p:sp>
        <p:nvSpPr>
          <p:cNvPr id="160" name="Google Shape;160;p20"/>
          <p:cNvSpPr txBox="1"/>
          <p:nvPr>
            <p:ph type="title"/>
          </p:nvPr>
        </p:nvSpPr>
        <p:spPr>
          <a:xfrm>
            <a:off x="1944694" y="468082"/>
            <a:ext cx="6683765" cy="960668"/>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0"/>
          <p:cNvSpPr txBox="1"/>
          <p:nvPr>
            <p:ph idx="1" type="body"/>
          </p:nvPr>
        </p:nvSpPr>
        <p:spPr>
          <a:xfrm rot="5400000">
            <a:off x="3827859" y="-285750"/>
            <a:ext cx="2914650" cy="6686550"/>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62" name="Google Shape;162;p20"/>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20"/>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0"/>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6" name="Shape 166"/>
        <p:cNvGrpSpPr/>
        <p:nvPr/>
      </p:nvGrpSpPr>
      <p:grpSpPr>
        <a:xfrm>
          <a:off x="0" y="0"/>
          <a:ext cx="0" cy="0"/>
          <a:chOff x="0" y="0"/>
          <a:chExt cx="0" cy="0"/>
        </a:xfrm>
      </p:grpSpPr>
      <p:sp>
        <p:nvSpPr>
          <p:cNvPr id="167" name="Google Shape;167;p21"/>
          <p:cNvSpPr txBox="1"/>
          <p:nvPr>
            <p:ph type="title"/>
          </p:nvPr>
        </p:nvSpPr>
        <p:spPr>
          <a:xfrm rot="5400000">
            <a:off x="5817528" y="1624135"/>
            <a:ext cx="3962863" cy="16557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21"/>
          <p:cNvSpPr txBox="1"/>
          <p:nvPr>
            <p:ph idx="1" type="body"/>
          </p:nvPr>
        </p:nvSpPr>
        <p:spPr>
          <a:xfrm rot="5400000">
            <a:off x="2389352" y="23110"/>
            <a:ext cx="3962863" cy="4857750"/>
          </a:xfrm>
          <a:prstGeom prst="rect">
            <a:avLst/>
          </a:prstGeom>
          <a:noFill/>
          <a:ln>
            <a:noFill/>
          </a:ln>
        </p:spPr>
        <p:txBody>
          <a:bodyPr anchorCtr="0" anchor="t" bIns="45700" lIns="91425" spcFirstLastPara="1" rIns="91425" wrap="square" tIns="45700">
            <a:normAutofit/>
          </a:bodyPr>
          <a:lstStyle>
            <a:lvl1pPr indent="-342900" lvl="0" marL="457200" algn="l">
              <a:spcBef>
                <a:spcPts val="750"/>
              </a:spcBef>
              <a:spcAft>
                <a:spcPts val="0"/>
              </a:spcAft>
              <a:buSzPts val="1800"/>
              <a:buChar char="🠶"/>
              <a:defRPr/>
            </a:lvl1pPr>
            <a:lvl2pPr indent="-342900" lvl="1" marL="914400" algn="l">
              <a:spcBef>
                <a:spcPts val="750"/>
              </a:spcBef>
              <a:spcAft>
                <a:spcPts val="0"/>
              </a:spcAft>
              <a:buSzPts val="1800"/>
              <a:buChar char="🠶"/>
              <a:defRPr/>
            </a:lvl2pPr>
            <a:lvl3pPr indent="-342900" lvl="2" marL="1371600" algn="l">
              <a:spcBef>
                <a:spcPts val="750"/>
              </a:spcBef>
              <a:spcAft>
                <a:spcPts val="0"/>
              </a:spcAft>
              <a:buSzPts val="1800"/>
              <a:buChar char="🠶"/>
              <a:defRPr/>
            </a:lvl3pPr>
            <a:lvl4pPr indent="-342900" lvl="3" marL="1828800" algn="l">
              <a:spcBef>
                <a:spcPts val="750"/>
              </a:spcBef>
              <a:spcAft>
                <a:spcPts val="0"/>
              </a:spcAft>
              <a:buSzPts val="1800"/>
              <a:buChar char="🠶"/>
              <a:defRPr/>
            </a:lvl4pPr>
            <a:lvl5pPr indent="-342900" lvl="4" marL="2286000" algn="l">
              <a:spcBef>
                <a:spcPts val="750"/>
              </a:spcBef>
              <a:spcAft>
                <a:spcPts val="0"/>
              </a:spcAft>
              <a:buSzPts val="1800"/>
              <a:buChar char="🠶"/>
              <a:defRPr/>
            </a:lvl5pPr>
            <a:lvl6pPr indent="-342900" lvl="5" marL="2743200" algn="l">
              <a:spcBef>
                <a:spcPts val="750"/>
              </a:spcBef>
              <a:spcAft>
                <a:spcPts val="0"/>
              </a:spcAft>
              <a:buSzPts val="1800"/>
              <a:buChar char="🠶"/>
              <a:defRPr/>
            </a:lvl6pPr>
            <a:lvl7pPr indent="-342900" lvl="6" marL="3200400" algn="l">
              <a:spcBef>
                <a:spcPts val="750"/>
              </a:spcBef>
              <a:spcAft>
                <a:spcPts val="0"/>
              </a:spcAft>
              <a:buSzPts val="1800"/>
              <a:buChar char="🠶"/>
              <a:defRPr/>
            </a:lvl7pPr>
            <a:lvl8pPr indent="-342900" lvl="7" marL="3657600" algn="l">
              <a:spcBef>
                <a:spcPts val="750"/>
              </a:spcBef>
              <a:spcAft>
                <a:spcPts val="0"/>
              </a:spcAft>
              <a:buSzPts val="1800"/>
              <a:buChar char="🠶"/>
              <a:defRPr/>
            </a:lvl8pPr>
            <a:lvl9pPr indent="-342900" lvl="8" marL="4114800" algn="l">
              <a:spcBef>
                <a:spcPts val="750"/>
              </a:spcBef>
              <a:spcAft>
                <a:spcPts val="0"/>
              </a:spcAft>
              <a:buSzPts val="1800"/>
              <a:buChar char="🠶"/>
              <a:defRPr/>
            </a:lvl9pPr>
          </a:lstStyle>
          <a:p/>
        </p:txBody>
      </p:sp>
      <p:sp>
        <p:nvSpPr>
          <p:cNvPr id="169" name="Google Shape;169;p21"/>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1"/>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1"/>
          <p:cNvSpPr/>
          <p:nvPr/>
        </p:nvSpPr>
        <p:spPr>
          <a:xfrm flipH="1" rot="10800000">
            <a:off x="-3141" y="535782"/>
            <a:ext cx="1191395" cy="380473"/>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4DCE3"/>
            </a:gs>
          </a:gsLst>
          <a:lin ang="5400000"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1" y="171450"/>
            <a:ext cx="2138637" cy="4978971"/>
            <a:chOff x="2487613" y="285750"/>
            <a:chExt cx="2428875" cy="5654676"/>
          </a:xfrm>
        </p:grpSpPr>
        <p:sp>
          <p:nvSpPr>
            <p:cNvPr id="7" name="Google Shape;7;p1"/>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1"/>
          <p:cNvGrpSpPr/>
          <p:nvPr/>
        </p:nvGrpSpPr>
        <p:grpSpPr>
          <a:xfrm>
            <a:off x="20416" y="118"/>
            <a:ext cx="1767506" cy="5139822"/>
            <a:chOff x="6627813" y="195610"/>
            <a:chExt cx="1952625" cy="5678141"/>
          </a:xfrm>
        </p:grpSpPr>
        <p:sp>
          <p:nvSpPr>
            <p:cNvPr id="20" name="Google Shape;20;p1"/>
            <p:cNvSpPr/>
            <p:nvPr/>
          </p:nvSpPr>
          <p:spPr>
            <a:xfrm>
              <a:off x="6627813" y="195610"/>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1"/>
          <p:cNvSpPr/>
          <p:nvPr/>
        </p:nvSpPr>
        <p:spPr>
          <a:xfrm>
            <a:off x="0" y="0"/>
            <a:ext cx="13716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txBox="1"/>
          <p:nvPr>
            <p:ph type="title"/>
          </p:nvPr>
        </p:nvSpPr>
        <p:spPr>
          <a:xfrm>
            <a:off x="1944694" y="468082"/>
            <a:ext cx="6683765" cy="960668"/>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168DBA"/>
              </a:buClr>
              <a:buSzPts val="2700"/>
              <a:buFont typeface="Century Gothic"/>
              <a:buNone/>
              <a:defRPr b="0" i="0" sz="2700" u="none" cap="none" strike="noStrike">
                <a:solidFill>
                  <a:srgbClr val="168DBA"/>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1"/>
          <p:cNvSpPr txBox="1"/>
          <p:nvPr>
            <p:ph idx="1" type="body"/>
          </p:nvPr>
        </p:nvSpPr>
        <p:spPr>
          <a:xfrm>
            <a:off x="1941909" y="1600200"/>
            <a:ext cx="6686550" cy="2914650"/>
          </a:xfrm>
          <a:prstGeom prst="rect">
            <a:avLst/>
          </a:prstGeom>
          <a:noFill/>
          <a:ln>
            <a:noFill/>
          </a:ln>
        </p:spPr>
        <p:txBody>
          <a:bodyPr anchorCtr="0" anchor="t" bIns="45700" lIns="91425" spcFirstLastPara="1" rIns="91425" wrap="square" tIns="45700">
            <a:normAutofit/>
          </a:bodyPr>
          <a:lstStyle>
            <a:lvl1pPr indent="-314325" lvl="0" marL="457200" marR="0" rtl="0" algn="l">
              <a:spcBef>
                <a:spcPts val="750"/>
              </a:spcBef>
              <a:spcAft>
                <a:spcPts val="0"/>
              </a:spcAft>
              <a:buClr>
                <a:schemeClr val="accent1"/>
              </a:buClr>
              <a:buSzPts val="1350"/>
              <a:buFont typeface="Noto Sans Symbols"/>
              <a:buChar char="🠶"/>
              <a:defRPr b="0" i="0" sz="1350" u="none" cap="none" strike="noStrike">
                <a:solidFill>
                  <a:srgbClr val="3F3F3F"/>
                </a:solidFill>
                <a:latin typeface="Century Gothic"/>
                <a:ea typeface="Century Gothic"/>
                <a:cs typeface="Century Gothic"/>
                <a:sym typeface="Century Gothic"/>
              </a:defRPr>
            </a:lvl1pPr>
            <a:lvl2pPr indent="-304800" lvl="1" marL="914400" marR="0" rtl="0" algn="l">
              <a:spcBef>
                <a:spcPts val="75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2pPr>
            <a:lvl3pPr indent="-295275" lvl="2" marL="1371600" marR="0" rtl="0" algn="l">
              <a:spcBef>
                <a:spcPts val="750"/>
              </a:spcBef>
              <a:spcAft>
                <a:spcPts val="0"/>
              </a:spcAft>
              <a:buClr>
                <a:schemeClr val="accent1"/>
              </a:buClr>
              <a:buSzPts val="1050"/>
              <a:buFont typeface="Noto Sans Symbols"/>
              <a:buChar char="🠶"/>
              <a:defRPr b="0" i="0" sz="1050" u="none" cap="none" strike="noStrike">
                <a:solidFill>
                  <a:srgbClr val="3F3F3F"/>
                </a:solidFill>
                <a:latin typeface="Century Gothic"/>
                <a:ea typeface="Century Gothic"/>
                <a:cs typeface="Century Gothic"/>
                <a:sym typeface="Century Gothic"/>
              </a:defRPr>
            </a:lvl3pPr>
            <a:lvl4pPr indent="-285750" lvl="3" marL="1828800" marR="0" rtl="0" algn="l">
              <a:spcBef>
                <a:spcPts val="750"/>
              </a:spcBef>
              <a:spcAft>
                <a:spcPts val="0"/>
              </a:spcAft>
              <a:buClr>
                <a:schemeClr val="accent1"/>
              </a:buClr>
              <a:buSzPts val="900"/>
              <a:buFont typeface="Noto Sans Symbols"/>
              <a:buChar char="🠶"/>
              <a:defRPr b="0" i="0" sz="900" u="none" cap="none" strike="noStrike">
                <a:solidFill>
                  <a:srgbClr val="3F3F3F"/>
                </a:solidFill>
                <a:latin typeface="Century Gothic"/>
                <a:ea typeface="Century Gothic"/>
                <a:cs typeface="Century Gothic"/>
                <a:sym typeface="Century Gothic"/>
              </a:defRPr>
            </a:lvl4pPr>
            <a:lvl5pPr indent="-285750" lvl="4" marL="2286000" marR="0" rtl="0" algn="l">
              <a:spcBef>
                <a:spcPts val="750"/>
              </a:spcBef>
              <a:spcAft>
                <a:spcPts val="0"/>
              </a:spcAft>
              <a:buClr>
                <a:schemeClr val="accent1"/>
              </a:buClr>
              <a:buSzPts val="900"/>
              <a:buFont typeface="Noto Sans Symbols"/>
              <a:buChar char="🠶"/>
              <a:defRPr b="0" i="0" sz="900" u="none" cap="none" strike="noStrike">
                <a:solidFill>
                  <a:srgbClr val="3F3F3F"/>
                </a:solidFill>
                <a:latin typeface="Century Gothic"/>
                <a:ea typeface="Century Gothic"/>
                <a:cs typeface="Century Gothic"/>
                <a:sym typeface="Century Gothic"/>
              </a:defRPr>
            </a:lvl5pPr>
            <a:lvl6pPr indent="-285750" lvl="5" marL="2743200" marR="0" rtl="0" algn="l">
              <a:spcBef>
                <a:spcPts val="750"/>
              </a:spcBef>
              <a:spcAft>
                <a:spcPts val="0"/>
              </a:spcAft>
              <a:buClr>
                <a:schemeClr val="accent1"/>
              </a:buClr>
              <a:buSzPts val="900"/>
              <a:buFont typeface="Noto Sans Symbols"/>
              <a:buChar char="🠶"/>
              <a:defRPr b="0" i="0" sz="900" u="none" cap="none" strike="noStrike">
                <a:solidFill>
                  <a:srgbClr val="3F3F3F"/>
                </a:solidFill>
                <a:latin typeface="Century Gothic"/>
                <a:ea typeface="Century Gothic"/>
                <a:cs typeface="Century Gothic"/>
                <a:sym typeface="Century Gothic"/>
              </a:defRPr>
            </a:lvl6pPr>
            <a:lvl7pPr indent="-285750" lvl="6" marL="3200400" marR="0" rtl="0" algn="l">
              <a:spcBef>
                <a:spcPts val="750"/>
              </a:spcBef>
              <a:spcAft>
                <a:spcPts val="0"/>
              </a:spcAft>
              <a:buClr>
                <a:schemeClr val="accent1"/>
              </a:buClr>
              <a:buSzPts val="900"/>
              <a:buFont typeface="Noto Sans Symbols"/>
              <a:buChar char="🠶"/>
              <a:defRPr b="0" i="0" sz="900" u="none" cap="none" strike="noStrike">
                <a:solidFill>
                  <a:srgbClr val="3F3F3F"/>
                </a:solidFill>
                <a:latin typeface="Century Gothic"/>
                <a:ea typeface="Century Gothic"/>
                <a:cs typeface="Century Gothic"/>
                <a:sym typeface="Century Gothic"/>
              </a:defRPr>
            </a:lvl7pPr>
            <a:lvl8pPr indent="-285750" lvl="7" marL="3657600" marR="0" rtl="0" algn="l">
              <a:spcBef>
                <a:spcPts val="750"/>
              </a:spcBef>
              <a:spcAft>
                <a:spcPts val="0"/>
              </a:spcAft>
              <a:buClr>
                <a:schemeClr val="accent1"/>
              </a:buClr>
              <a:buSzPts val="900"/>
              <a:buFont typeface="Noto Sans Symbols"/>
              <a:buChar char="🠶"/>
              <a:defRPr b="0" i="0" sz="900" u="none" cap="none" strike="noStrike">
                <a:solidFill>
                  <a:srgbClr val="3F3F3F"/>
                </a:solidFill>
                <a:latin typeface="Century Gothic"/>
                <a:ea typeface="Century Gothic"/>
                <a:cs typeface="Century Gothic"/>
                <a:sym typeface="Century Gothic"/>
              </a:defRPr>
            </a:lvl8pPr>
            <a:lvl9pPr indent="-285750" lvl="8" marL="4114800" marR="0" rtl="0" algn="l">
              <a:spcBef>
                <a:spcPts val="750"/>
              </a:spcBef>
              <a:spcAft>
                <a:spcPts val="0"/>
              </a:spcAft>
              <a:buClr>
                <a:schemeClr val="accent1"/>
              </a:buClr>
              <a:buSzPts val="900"/>
              <a:buFont typeface="Noto Sans Symbols"/>
              <a:buChar char="🠶"/>
              <a:defRPr b="0" i="0" sz="900" u="none" cap="none" strike="noStrike">
                <a:solidFill>
                  <a:srgbClr val="3F3F3F"/>
                </a:solidFill>
                <a:latin typeface="Century Gothic"/>
                <a:ea typeface="Century Gothic"/>
                <a:cs typeface="Century Gothic"/>
                <a:sym typeface="Century Gothic"/>
              </a:defRPr>
            </a:lvl9pPr>
          </a:lstStyle>
          <a:p/>
        </p:txBody>
      </p:sp>
      <p:sp>
        <p:nvSpPr>
          <p:cNvPr id="35" name="Google Shape;35;p1"/>
          <p:cNvSpPr txBox="1"/>
          <p:nvPr>
            <p:ph idx="10" type="dt"/>
          </p:nvPr>
        </p:nvSpPr>
        <p:spPr>
          <a:xfrm>
            <a:off x="7771210" y="4597828"/>
            <a:ext cx="859712" cy="277797"/>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675"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
          <p:cNvSpPr txBox="1"/>
          <p:nvPr>
            <p:ph idx="11" type="ftr"/>
          </p:nvPr>
        </p:nvSpPr>
        <p:spPr>
          <a:xfrm>
            <a:off x="1941910" y="4601856"/>
            <a:ext cx="5714999"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
          <p:cNvSpPr txBox="1"/>
          <p:nvPr>
            <p:ph idx="12" type="sldNum"/>
          </p:nvPr>
        </p:nvSpPr>
        <p:spPr>
          <a:xfrm>
            <a:off x="398860" y="590837"/>
            <a:ext cx="584825"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5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15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15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15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15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15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15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15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15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jp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jp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ph type="title"/>
          </p:nvPr>
        </p:nvSpPr>
        <p:spPr>
          <a:xfrm>
            <a:off x="2043953" y="700592"/>
            <a:ext cx="6379284" cy="122502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5000"/>
              <a:buFont typeface="Maven Pro"/>
              <a:buNone/>
            </a:pPr>
            <a:r>
              <a:rPr lang="en-US" sz="4800">
                <a:solidFill>
                  <a:srgbClr val="FF9900"/>
                </a:solidFill>
                <a:latin typeface="Times New Roman"/>
                <a:ea typeface="Times New Roman"/>
                <a:cs typeface="Times New Roman"/>
                <a:sym typeface="Times New Roman"/>
              </a:rPr>
              <a:t>Indian Equity Market Sector Analysis</a:t>
            </a:r>
            <a:endParaRPr sz="4800" u="none" strike="noStrike">
              <a:solidFill>
                <a:schemeClr val="dk1"/>
              </a:solidFill>
              <a:latin typeface="Times New Roman"/>
              <a:ea typeface="Times New Roman"/>
              <a:cs typeface="Times New Roman"/>
              <a:sym typeface="Times New Roman"/>
            </a:endParaRPr>
          </a:p>
        </p:txBody>
      </p:sp>
      <p:sp>
        <p:nvSpPr>
          <p:cNvPr id="178" name="Google Shape;178;p22"/>
          <p:cNvSpPr txBox="1"/>
          <p:nvPr>
            <p:ph idx="1" type="body"/>
          </p:nvPr>
        </p:nvSpPr>
        <p:spPr>
          <a:xfrm>
            <a:off x="2377125" y="2571750"/>
            <a:ext cx="5777100" cy="18711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514"/>
              <a:buNone/>
            </a:pPr>
            <a:r>
              <a:rPr b="1" lang="en-US" sz="1900">
                <a:solidFill>
                  <a:schemeClr val="accent2"/>
                </a:solidFill>
                <a:latin typeface="Times New Roman"/>
                <a:ea typeface="Times New Roman"/>
                <a:cs typeface="Times New Roman"/>
                <a:sym typeface="Times New Roman"/>
              </a:rPr>
              <a:t>Data-Driven Market Insights and Sector Performance</a:t>
            </a:r>
            <a:br>
              <a:rPr lang="en-US"/>
            </a:br>
            <a:br>
              <a:rPr lang="en-US"/>
            </a:br>
            <a:r>
              <a:rPr lang="en-US"/>
              <a:t>                                                                </a:t>
            </a:r>
            <a:r>
              <a:rPr b="1" i="0" lang="en-US" u="none" cap="none" strike="noStrike">
                <a:solidFill>
                  <a:schemeClr val="dk1"/>
                </a:solidFill>
                <a:latin typeface="Times New Roman"/>
                <a:ea typeface="Times New Roman"/>
                <a:cs typeface="Times New Roman"/>
                <a:sym typeface="Times New Roman"/>
              </a:rPr>
              <a:t>Divya M</a:t>
            </a:r>
            <a:endParaRPr/>
          </a:p>
          <a:p>
            <a:pPr indent="0" lvl="0" marL="0" marR="0" rtl="0" algn="l">
              <a:lnSpc>
                <a:spcPct val="150000"/>
              </a:lnSpc>
              <a:spcBef>
                <a:spcPts val="0"/>
              </a:spcBef>
              <a:spcAft>
                <a:spcPts val="0"/>
              </a:spcAft>
              <a:buClr>
                <a:schemeClr val="dk1"/>
              </a:buClr>
              <a:buSzPts val="1514"/>
              <a:buFont typeface="Maven Pro"/>
              <a:buNone/>
            </a:pPr>
            <a:r>
              <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3"/>
          <p:cNvSpPr txBox="1"/>
          <p:nvPr>
            <p:ph type="title"/>
          </p:nvPr>
        </p:nvSpPr>
        <p:spPr>
          <a:xfrm>
            <a:off x="2065467" y="125075"/>
            <a:ext cx="4426357" cy="12372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chemeClr val="dk1"/>
              </a:buClr>
              <a:buSzPts val="5000"/>
              <a:buFont typeface="Maven Pro"/>
              <a:buNone/>
            </a:pPr>
            <a:r>
              <a:rPr b="1" lang="en-US" sz="3000" u="none" strike="noStrike">
                <a:solidFill>
                  <a:schemeClr val="accent2"/>
                </a:solidFill>
                <a:latin typeface="Times New Roman"/>
                <a:ea typeface="Times New Roman"/>
                <a:cs typeface="Times New Roman"/>
                <a:sym typeface="Times New Roman"/>
              </a:rPr>
              <a:t>Introduction</a:t>
            </a:r>
            <a:endParaRPr b="1" sz="3000" u="none" strike="noStrike">
              <a:solidFill>
                <a:schemeClr val="accent2"/>
              </a:solidFill>
              <a:latin typeface="Times New Roman"/>
              <a:ea typeface="Times New Roman"/>
              <a:cs typeface="Times New Roman"/>
              <a:sym typeface="Times New Roman"/>
            </a:endParaRPr>
          </a:p>
        </p:txBody>
      </p:sp>
      <p:sp>
        <p:nvSpPr>
          <p:cNvPr id="184" name="Google Shape;184;p23"/>
          <p:cNvSpPr txBox="1"/>
          <p:nvPr>
            <p:ph idx="1" type="body"/>
          </p:nvPr>
        </p:nvSpPr>
        <p:spPr>
          <a:xfrm>
            <a:off x="2065467" y="1258645"/>
            <a:ext cx="6594439" cy="3334869"/>
          </a:xfrm>
          <a:prstGeom prst="rect">
            <a:avLst/>
          </a:prstGeom>
          <a:noFill/>
          <a:ln>
            <a:noFill/>
          </a:ln>
        </p:spPr>
        <p:txBody>
          <a:bodyPr anchorCtr="0" anchor="t" bIns="91425" lIns="91425" spcFirstLastPara="1" rIns="91425" wrap="square" tIns="91425">
            <a:normAutofit lnSpcReduction="10000"/>
          </a:bodyPr>
          <a:lstStyle/>
          <a:p>
            <a:pPr indent="-228600" lvl="0" marL="457200" marR="0" rtl="0" algn="l">
              <a:spcBef>
                <a:spcPts val="0"/>
              </a:spcBef>
              <a:spcAft>
                <a:spcPts val="0"/>
              </a:spcAft>
              <a:buSzPts val="1400"/>
              <a:buNone/>
            </a:pPr>
            <a:r>
              <a:t/>
            </a:r>
            <a:endParaRPr b="1" sz="1600">
              <a:solidFill>
                <a:schemeClr val="dk1"/>
              </a:solidFill>
              <a:latin typeface="Times New Roman"/>
              <a:ea typeface="Times New Roman"/>
              <a:cs typeface="Times New Roman"/>
              <a:sym typeface="Times New Roman"/>
            </a:endParaRPr>
          </a:p>
          <a:p>
            <a:pPr indent="-228600" lvl="0" marL="457200" marR="0" rtl="0" algn="l">
              <a:spcBef>
                <a:spcPts val="0"/>
              </a:spcBef>
              <a:spcAft>
                <a:spcPts val="0"/>
              </a:spcAft>
              <a:buSzPts val="1400"/>
              <a:buNone/>
            </a:pPr>
            <a:r>
              <a:rPr b="1" lang="en-US" sz="1600">
                <a:solidFill>
                  <a:schemeClr val="dk1"/>
                </a:solidFill>
                <a:latin typeface="Times New Roman"/>
                <a:ea typeface="Times New Roman"/>
                <a:cs typeface="Times New Roman"/>
                <a:sym typeface="Times New Roman"/>
              </a:rPr>
              <a:t>Project Overview:</a:t>
            </a:r>
            <a:r>
              <a:rPr lang="en-US" sz="1600">
                <a:solidFill>
                  <a:schemeClr val="dk1"/>
                </a:solidFill>
                <a:latin typeface="Times New Roman"/>
                <a:ea typeface="Times New Roman"/>
                <a:cs typeface="Times New Roman"/>
                <a:sym typeface="Times New Roman"/>
              </a:rPr>
              <a:t> This project analyzes the performance of 14 major Indian companies across 8 sectors.</a:t>
            </a:r>
            <a:endParaRPr/>
          </a:p>
          <a:p>
            <a:pPr indent="-228600" lvl="0" marL="457200" marR="0" rtl="0" algn="l">
              <a:spcBef>
                <a:spcPts val="0"/>
              </a:spcBef>
              <a:spcAft>
                <a:spcPts val="0"/>
              </a:spcAft>
              <a:buSzPts val="1400"/>
              <a:buNone/>
            </a:pPr>
            <a:r>
              <a:t/>
            </a:r>
            <a:endParaRPr sz="1600">
              <a:solidFill>
                <a:schemeClr val="dk1"/>
              </a:solidFill>
              <a:latin typeface="Times New Roman"/>
              <a:ea typeface="Times New Roman"/>
              <a:cs typeface="Times New Roman"/>
              <a:sym typeface="Times New Roman"/>
            </a:endParaRPr>
          </a:p>
          <a:p>
            <a:pPr indent="-228600" lvl="0" marL="457200" marR="0" rtl="0" algn="l">
              <a:spcBef>
                <a:spcPts val="0"/>
              </a:spcBef>
              <a:spcAft>
                <a:spcPts val="0"/>
              </a:spcAft>
              <a:buSzPts val="1400"/>
              <a:buNone/>
            </a:pPr>
            <a:r>
              <a:t/>
            </a:r>
            <a:endParaRPr sz="1600">
              <a:solidFill>
                <a:schemeClr val="dk1"/>
              </a:solidFill>
              <a:latin typeface="Times New Roman"/>
              <a:ea typeface="Times New Roman"/>
              <a:cs typeface="Times New Roman"/>
              <a:sym typeface="Times New Roman"/>
            </a:endParaRPr>
          </a:p>
          <a:p>
            <a:pPr indent="-228600" lvl="0" marL="457200" marR="0" rtl="0" algn="l">
              <a:spcBef>
                <a:spcPts val="0"/>
              </a:spcBef>
              <a:spcAft>
                <a:spcPts val="0"/>
              </a:spcAft>
              <a:buSzPts val="1400"/>
              <a:buNone/>
            </a:pPr>
            <a:r>
              <a:rPr b="1" lang="en-US" sz="1600">
                <a:solidFill>
                  <a:schemeClr val="dk1"/>
                </a:solidFill>
                <a:latin typeface="Times New Roman"/>
                <a:ea typeface="Times New Roman"/>
                <a:cs typeface="Times New Roman"/>
                <a:sym typeface="Times New Roman"/>
              </a:rPr>
              <a:t> Objective:</a:t>
            </a:r>
            <a:r>
              <a:rPr lang="en-US" sz="1600">
                <a:solidFill>
                  <a:schemeClr val="dk1"/>
                </a:solidFill>
                <a:latin typeface="Times New Roman"/>
                <a:ea typeface="Times New Roman"/>
                <a:cs typeface="Times New Roman"/>
                <a:sym typeface="Times New Roman"/>
              </a:rPr>
              <a:t> To identify high-liquidity opportunities, assess sector-wise    performance, and categorize market risk through volatility analysis.</a:t>
            </a:r>
            <a:endParaRPr/>
          </a:p>
          <a:p>
            <a:pPr indent="-228600" lvl="0" marL="457200" marR="0" rtl="0" algn="l">
              <a:spcBef>
                <a:spcPts val="0"/>
              </a:spcBef>
              <a:spcAft>
                <a:spcPts val="0"/>
              </a:spcAft>
              <a:buSzPts val="1400"/>
              <a:buNone/>
            </a:pPr>
            <a:r>
              <a:t/>
            </a:r>
            <a:endParaRPr sz="1600">
              <a:solidFill>
                <a:schemeClr val="dk1"/>
              </a:solidFill>
              <a:latin typeface="Times New Roman"/>
              <a:ea typeface="Times New Roman"/>
              <a:cs typeface="Times New Roman"/>
              <a:sym typeface="Times New Roman"/>
            </a:endParaRPr>
          </a:p>
          <a:p>
            <a:pPr indent="-228600" lvl="0" marL="457200" marR="0" rtl="0" algn="l">
              <a:spcBef>
                <a:spcPts val="0"/>
              </a:spcBef>
              <a:spcAft>
                <a:spcPts val="0"/>
              </a:spcAft>
              <a:buSzPts val="1400"/>
              <a:buNone/>
            </a:pPr>
            <a:r>
              <a:t/>
            </a:r>
            <a:endParaRPr sz="1600">
              <a:solidFill>
                <a:schemeClr val="dk1"/>
              </a:solidFill>
              <a:latin typeface="Times New Roman"/>
              <a:ea typeface="Times New Roman"/>
              <a:cs typeface="Times New Roman"/>
              <a:sym typeface="Times New Roman"/>
            </a:endParaRPr>
          </a:p>
          <a:p>
            <a:pPr indent="-228600" lvl="0" marL="457200" marR="0" rtl="0" algn="l">
              <a:spcBef>
                <a:spcPts val="0"/>
              </a:spcBef>
              <a:spcAft>
                <a:spcPts val="0"/>
              </a:spcAft>
              <a:buSzPts val="1400"/>
              <a:buNone/>
            </a:pPr>
            <a:r>
              <a:rPr b="1" lang="en-US" sz="1600">
                <a:solidFill>
                  <a:schemeClr val="dk1"/>
                </a:solidFill>
                <a:latin typeface="Times New Roman"/>
                <a:ea typeface="Times New Roman"/>
                <a:cs typeface="Times New Roman"/>
                <a:sym typeface="Times New Roman"/>
              </a:rPr>
              <a:t>Scope:</a:t>
            </a:r>
            <a:r>
              <a:rPr lang="en-US" sz="1600">
                <a:solidFill>
                  <a:schemeClr val="dk1"/>
                </a:solidFill>
                <a:latin typeface="Times New Roman"/>
                <a:ea typeface="Times New Roman"/>
                <a:cs typeface="Times New Roman"/>
                <a:sym typeface="Times New Roman"/>
              </a:rPr>
              <a:t> Transitioning from fragmented raw stock data to an interactive business intelligence tool.</a:t>
            </a:r>
            <a:endParaRPr/>
          </a:p>
          <a:p>
            <a:pPr indent="0" lvl="0" marL="0" marR="0" rtl="0" algn="l">
              <a:lnSpc>
                <a:spcPct val="150000"/>
              </a:lnSpc>
              <a:spcBef>
                <a:spcPts val="0"/>
              </a:spcBef>
              <a:spcAft>
                <a:spcPts val="0"/>
              </a:spcAft>
              <a:buClr>
                <a:schemeClr val="dk1"/>
              </a:buClr>
              <a:buSzPts val="1400"/>
              <a:buFont typeface="Maven Pro"/>
              <a:buNone/>
            </a:pPr>
            <a:r>
              <a:t/>
            </a:r>
            <a:endParaRPr i="0" sz="1400" u="none" cap="none" strike="noStrike">
              <a:solidFill>
                <a:srgbClr val="FFFFFF"/>
              </a:solidFill>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400"/>
              <a:buNone/>
            </a:pPr>
            <a:r>
              <a:rPr b="1" lang="en-US" sz="1400">
                <a:solidFill>
                  <a:schemeClr val="dk1"/>
                </a:solidFill>
                <a:latin typeface="Times New Roman"/>
                <a:ea typeface="Times New Roman"/>
                <a:cs typeface="Times New Roman"/>
                <a:sym typeface="Times New Roman"/>
              </a:rPr>
              <a:t>     </a:t>
            </a:r>
            <a:r>
              <a:rPr b="1" lang="en-US" sz="1600">
                <a:solidFill>
                  <a:schemeClr val="dk1"/>
                </a:solidFill>
                <a:latin typeface="Times New Roman"/>
                <a:ea typeface="Times New Roman"/>
                <a:cs typeface="Times New Roman"/>
                <a:sym typeface="Times New Roman"/>
              </a:rPr>
              <a:t>Source:</a:t>
            </a:r>
            <a:r>
              <a:rPr lang="en-US" sz="1600">
                <a:solidFill>
                  <a:schemeClr val="dk1"/>
                </a:solidFill>
                <a:latin typeface="Times New Roman"/>
                <a:ea typeface="Times New Roman"/>
                <a:cs typeface="Times New Roman"/>
                <a:sym typeface="Times New Roman"/>
              </a:rPr>
              <a:t> Kaggle dataset</a:t>
            </a:r>
            <a:endParaRPr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4"/>
          <p:cNvSpPr txBox="1"/>
          <p:nvPr>
            <p:ph type="title"/>
          </p:nvPr>
        </p:nvSpPr>
        <p:spPr>
          <a:xfrm>
            <a:off x="2140772" y="139000"/>
            <a:ext cx="4420628" cy="57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lt1"/>
              </a:buClr>
              <a:buSzPts val="1100"/>
              <a:buFont typeface="Arial"/>
              <a:buNone/>
            </a:pPr>
            <a:r>
              <a:rPr b="1" lang="en-US" sz="2400">
                <a:solidFill>
                  <a:schemeClr val="accent2"/>
                </a:solidFill>
                <a:latin typeface="Times New Roman"/>
                <a:ea typeface="Times New Roman"/>
                <a:cs typeface="Times New Roman"/>
                <a:sym typeface="Times New Roman"/>
              </a:rPr>
              <a:t>Problem statements</a:t>
            </a:r>
            <a:r>
              <a:rPr lang="en-US" sz="1200">
                <a:solidFill>
                  <a:schemeClr val="accent2"/>
                </a:solidFill>
                <a:latin typeface="Times New Roman"/>
                <a:ea typeface="Times New Roman"/>
                <a:cs typeface="Times New Roman"/>
                <a:sym typeface="Times New Roman"/>
              </a:rPr>
              <a:t> </a:t>
            </a:r>
            <a:endParaRPr b="1" sz="2500">
              <a:solidFill>
                <a:schemeClr val="accent2"/>
              </a:solidFill>
              <a:latin typeface="Times New Roman"/>
              <a:ea typeface="Times New Roman"/>
              <a:cs typeface="Times New Roman"/>
              <a:sym typeface="Times New Roman"/>
            </a:endParaRPr>
          </a:p>
          <a:p>
            <a:pPr indent="0" lvl="0" marL="0" rtl="0" algn="l">
              <a:lnSpc>
                <a:spcPct val="100000"/>
              </a:lnSpc>
              <a:spcBef>
                <a:spcPts val="1000"/>
              </a:spcBef>
              <a:spcAft>
                <a:spcPts val="1000"/>
              </a:spcAft>
              <a:buClr>
                <a:schemeClr val="dk1"/>
              </a:buClr>
              <a:buSzPts val="5000"/>
              <a:buFont typeface="Maven Pro"/>
              <a:buNone/>
            </a:pPr>
            <a:r>
              <a:t/>
            </a:r>
            <a:endParaRPr sz="2500" u="none" strike="noStrike">
              <a:solidFill>
                <a:schemeClr val="dk1"/>
              </a:solidFill>
              <a:latin typeface="Times New Roman"/>
              <a:ea typeface="Times New Roman"/>
              <a:cs typeface="Times New Roman"/>
              <a:sym typeface="Times New Roman"/>
            </a:endParaRPr>
          </a:p>
        </p:txBody>
      </p:sp>
      <p:sp>
        <p:nvSpPr>
          <p:cNvPr id="190" name="Google Shape;190;p24"/>
          <p:cNvSpPr txBox="1"/>
          <p:nvPr>
            <p:ph idx="1" type="body"/>
          </p:nvPr>
        </p:nvSpPr>
        <p:spPr>
          <a:xfrm>
            <a:off x="2140772" y="889675"/>
            <a:ext cx="6269928" cy="36978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1.Show overall market trading summary.(KPI summary)</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2.Top 5 highly liquidity stock.</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3.Track monthly volume changes.</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4. Compare trade value by market cap.</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5.Compare trades across market caps.</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6.Show volatility level distribution.</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7.Identify profit/loss sectors.</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8. Find top trading sectors.</a:t>
            </a:r>
            <a:endParaRPr sz="1300">
              <a:solidFill>
                <a:schemeClr val="dk1"/>
              </a:solidFill>
              <a:latin typeface="Times New Roman"/>
              <a:ea typeface="Times New Roman"/>
              <a:cs typeface="Times New Roman"/>
              <a:sym typeface="Times New Roman"/>
            </a:endParaRPr>
          </a:p>
          <a:p>
            <a:pPr indent="0" lvl="0" marL="0" rtl="0" algn="l">
              <a:spcBef>
                <a:spcPts val="1400"/>
              </a:spcBef>
              <a:spcAft>
                <a:spcPts val="0"/>
              </a:spcAft>
              <a:buClr>
                <a:schemeClr val="lt1"/>
              </a:buClr>
              <a:buSzPts val="1100"/>
              <a:buFont typeface="Arial"/>
              <a:buNone/>
            </a:pPr>
            <a:r>
              <a:rPr lang="en-US" sz="1300">
                <a:solidFill>
                  <a:schemeClr val="dk1"/>
                </a:solidFill>
                <a:latin typeface="Times New Roman"/>
                <a:ea typeface="Times New Roman"/>
                <a:cs typeface="Times New Roman"/>
                <a:sym typeface="Times New Roman"/>
              </a:rPr>
              <a:t>9. List best performing stocks.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lt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marR="0" rtl="0" algn="l">
              <a:lnSpc>
                <a:spcPct val="150000"/>
              </a:lnSpc>
              <a:spcBef>
                <a:spcPts val="1200"/>
              </a:spcBef>
              <a:spcAft>
                <a:spcPts val="0"/>
              </a:spcAft>
              <a:buClr>
                <a:schemeClr val="dk1"/>
              </a:buClr>
              <a:buSzPts val="1400"/>
              <a:buFont typeface="Maven Pro"/>
              <a:buNone/>
            </a:pPr>
            <a:r>
              <a:t/>
            </a:r>
            <a:endParaRPr>
              <a:solidFill>
                <a:schemeClr val="dk1"/>
              </a:solidFill>
              <a:latin typeface="Maven Pro"/>
              <a:ea typeface="Maven Pro"/>
              <a:cs typeface="Maven Pro"/>
              <a:sym typeface="Maven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2065467" y="125075"/>
            <a:ext cx="4426357" cy="12372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5000"/>
              <a:buFont typeface="Times New Roman"/>
              <a:buNone/>
            </a:pPr>
            <a:r>
              <a:rPr b="1" lang="en-US" sz="3200">
                <a:latin typeface="Times New Roman"/>
                <a:ea typeface="Times New Roman"/>
                <a:cs typeface="Times New Roman"/>
                <a:sym typeface="Times New Roman"/>
              </a:rPr>
              <a:t>Technology Used</a:t>
            </a:r>
            <a:endParaRPr b="1" sz="3200" u="none" strike="noStrike">
              <a:solidFill>
                <a:schemeClr val="dk1"/>
              </a:solidFill>
              <a:latin typeface="Times New Roman"/>
              <a:ea typeface="Times New Roman"/>
              <a:cs typeface="Times New Roman"/>
              <a:sym typeface="Times New Roman"/>
            </a:endParaRPr>
          </a:p>
        </p:txBody>
      </p:sp>
      <p:sp>
        <p:nvSpPr>
          <p:cNvPr id="196" name="Google Shape;196;p25"/>
          <p:cNvSpPr txBox="1"/>
          <p:nvPr>
            <p:ph idx="1" type="body"/>
          </p:nvPr>
        </p:nvSpPr>
        <p:spPr>
          <a:xfrm>
            <a:off x="2265363" y="1693178"/>
            <a:ext cx="6426816" cy="181588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None/>
            </a:pPr>
            <a:r>
              <a:rPr b="1" i="0" lang="en-US" sz="1400" u="none" cap="none" strike="noStrike">
                <a:solidFill>
                  <a:schemeClr val="dk1"/>
                </a:solidFill>
                <a:latin typeface="Arial"/>
                <a:ea typeface="Arial"/>
                <a:cs typeface="Arial"/>
                <a:sym typeface="Arial"/>
              </a:rPr>
              <a:t>Power BI Desktop:</a:t>
            </a:r>
            <a:r>
              <a:rPr b="0" i="0" lang="en-US" sz="1400" u="none" cap="none" strike="noStrike">
                <a:solidFill>
                  <a:schemeClr val="dk1"/>
                </a:solidFill>
                <a:latin typeface="Arial"/>
                <a:ea typeface="Arial"/>
                <a:cs typeface="Arial"/>
                <a:sym typeface="Arial"/>
              </a:rPr>
              <a:t> For data modeling and advanced visualization.</a:t>
            </a:r>
            <a:endParaRPr/>
          </a:p>
          <a:p>
            <a:pPr indent="0" lvl="0" marL="0" marR="0" rtl="0" algn="l">
              <a:lnSpc>
                <a:spcPct val="100000"/>
              </a:lnSpc>
              <a:spcBef>
                <a:spcPts val="0"/>
              </a:spcBef>
              <a:spcAft>
                <a:spcPts val="0"/>
              </a:spcAft>
              <a:buClr>
                <a:srgbClr val="3F3F3F"/>
              </a:buClr>
              <a:buSzPts val="1400"/>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None/>
            </a:pPr>
            <a:r>
              <a:rPr b="1" i="0" lang="en-US" sz="1400" u="none" cap="none" strike="noStrike">
                <a:solidFill>
                  <a:schemeClr val="dk1"/>
                </a:solidFill>
                <a:latin typeface="Arial"/>
                <a:ea typeface="Arial"/>
                <a:cs typeface="Arial"/>
                <a:sym typeface="Arial"/>
              </a:rPr>
              <a:t>Power Query (M Language):</a:t>
            </a:r>
            <a:r>
              <a:rPr b="0" i="0" lang="en-US" sz="1400" u="none" cap="none" strike="noStrike">
                <a:solidFill>
                  <a:schemeClr val="dk1"/>
                </a:solidFill>
                <a:latin typeface="Arial"/>
                <a:ea typeface="Arial"/>
                <a:cs typeface="Arial"/>
                <a:sym typeface="Arial"/>
              </a:rPr>
              <a:t> For ETL (Extract, Transform, Load) processes.</a:t>
            </a:r>
            <a:endParaRPr/>
          </a:p>
          <a:p>
            <a:pPr indent="0" lvl="0" marL="0" marR="0" rtl="0" algn="l">
              <a:lnSpc>
                <a:spcPct val="100000"/>
              </a:lnSpc>
              <a:spcBef>
                <a:spcPts val="0"/>
              </a:spcBef>
              <a:spcAft>
                <a:spcPts val="0"/>
              </a:spcAft>
              <a:buClr>
                <a:srgbClr val="3F3F3F"/>
              </a:buClr>
              <a:buSzPts val="1400"/>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None/>
            </a:pPr>
            <a:r>
              <a:rPr b="1" i="0" lang="en-US" sz="1400" u="none" cap="none" strike="noStrike">
                <a:solidFill>
                  <a:schemeClr val="dk1"/>
                </a:solidFill>
                <a:latin typeface="Arial"/>
                <a:ea typeface="Arial"/>
                <a:cs typeface="Arial"/>
                <a:sym typeface="Arial"/>
              </a:rPr>
              <a:t>DAX (Data Analysis Expressions):</a:t>
            </a:r>
            <a:r>
              <a:rPr b="0" i="0" lang="en-US" sz="1400" u="none" cap="none" strike="noStrike">
                <a:solidFill>
                  <a:schemeClr val="dk1"/>
                </a:solidFill>
                <a:latin typeface="Arial"/>
                <a:ea typeface="Arial"/>
                <a:cs typeface="Arial"/>
                <a:sym typeface="Arial"/>
              </a:rPr>
              <a:t> For calculating complex KPIs like Alpha, Total Volume, and Sector Returns.</a:t>
            </a:r>
            <a:endParaRPr/>
          </a:p>
          <a:p>
            <a:pPr indent="0" lvl="0" marL="0" marR="0" rtl="0" algn="l">
              <a:lnSpc>
                <a:spcPct val="100000"/>
              </a:lnSpc>
              <a:spcBef>
                <a:spcPts val="0"/>
              </a:spcBef>
              <a:spcAft>
                <a:spcPts val="0"/>
              </a:spcAft>
              <a:buClr>
                <a:srgbClr val="3F3F3F"/>
              </a:buClr>
              <a:buSzPts val="1400"/>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None/>
            </a:pPr>
            <a:r>
              <a:rPr b="1" i="0" lang="en-US" sz="1400" u="none" cap="none" strike="noStrike">
                <a:solidFill>
                  <a:schemeClr val="dk1"/>
                </a:solidFill>
                <a:latin typeface="Arial"/>
                <a:ea typeface="Arial"/>
                <a:cs typeface="Arial"/>
                <a:sym typeface="Arial"/>
              </a:rPr>
              <a:t>Excel:</a:t>
            </a:r>
            <a:r>
              <a:rPr b="0" i="0" lang="en-US" sz="1400" u="none" cap="none" strike="noStrike">
                <a:solidFill>
                  <a:schemeClr val="dk1"/>
                </a:solidFill>
                <a:latin typeface="Arial"/>
                <a:ea typeface="Arial"/>
                <a:cs typeface="Arial"/>
                <a:sym typeface="Arial"/>
              </a:rPr>
              <a:t> For initial data staging and final report export.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ph type="title"/>
          </p:nvPr>
        </p:nvSpPr>
        <p:spPr>
          <a:xfrm>
            <a:off x="1764253" y="569950"/>
            <a:ext cx="6965771" cy="3753300"/>
          </a:xfrm>
          <a:prstGeom prst="rect">
            <a:avLst/>
          </a:prstGeom>
          <a:noFill/>
          <a:ln>
            <a:noFill/>
          </a:ln>
        </p:spPr>
        <p:txBody>
          <a:bodyPr anchorCtr="0" anchor="t" bIns="91425" lIns="91425" spcFirstLastPara="1" rIns="91425" wrap="square" tIns="91425">
            <a:noAutofit/>
          </a:bodyPr>
          <a:lstStyle/>
          <a:p>
            <a:pPr indent="0" lvl="0" marL="0" marR="0" rtl="0" algn="l">
              <a:lnSpc>
                <a:spcPct val="90001"/>
              </a:lnSpc>
              <a:spcBef>
                <a:spcPts val="0"/>
              </a:spcBef>
              <a:spcAft>
                <a:spcPts val="0"/>
              </a:spcAft>
              <a:buClr>
                <a:srgbClr val="000000"/>
              </a:buClr>
              <a:buSzPts val="1400"/>
              <a:buFont typeface="Arial"/>
              <a:buNone/>
            </a:pPr>
            <a:r>
              <a:rPr b="1" lang="en-US">
                <a:solidFill>
                  <a:schemeClr val="accent2"/>
                </a:solidFill>
                <a:latin typeface="Times New Roman"/>
                <a:ea typeface="Times New Roman"/>
                <a:cs typeface="Times New Roman"/>
                <a:sym typeface="Times New Roman"/>
              </a:rPr>
              <a:t>Data Transformation Steps (Power Query – Power BI)</a:t>
            </a:r>
            <a:endParaRPr b="1">
              <a:solidFill>
                <a:schemeClr val="accent2"/>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1400"/>
              <a:buFont typeface="Arial"/>
              <a:buNone/>
            </a:pPr>
            <a:r>
              <a:t/>
            </a:r>
            <a:endParaRPr b="1" sz="1100">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1400"/>
              <a:buFont typeface="Arial"/>
              <a:buNone/>
            </a:pPr>
            <a:r>
              <a:t/>
            </a:r>
            <a:endParaRPr b="1" sz="1100">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1400"/>
              <a:buFont typeface="Arial"/>
              <a:buNone/>
            </a:pPr>
            <a:r>
              <a:t/>
            </a:r>
            <a:endParaRPr b="1" sz="1100">
              <a:solidFill>
                <a:schemeClr val="dk1"/>
              </a:solidFill>
              <a:latin typeface="Times New Roman"/>
              <a:ea typeface="Times New Roman"/>
              <a:cs typeface="Times New Roman"/>
              <a:sym typeface="Times New Roman"/>
            </a:endParaRPr>
          </a:p>
          <a:p>
            <a:pPr indent="0" lvl="0" marL="0" rtl="0" algn="l">
              <a:lnSpc>
                <a:spcPct val="107916"/>
              </a:lnSpc>
              <a:spcBef>
                <a:spcPts val="200"/>
              </a:spcBef>
              <a:spcAft>
                <a:spcPts val="0"/>
              </a:spcAft>
              <a:buClr>
                <a:schemeClr val="lt1"/>
              </a:buClr>
              <a:buSzPts val="1100"/>
              <a:buFont typeface="Arial"/>
              <a:buNone/>
            </a:pPr>
            <a:r>
              <a:rPr b="1" lang="en-US" sz="1400">
                <a:solidFill>
                  <a:srgbClr val="FF9900"/>
                </a:solidFill>
                <a:latin typeface="Times New Roman"/>
                <a:ea typeface="Times New Roman"/>
                <a:cs typeface="Times New Roman"/>
                <a:sym typeface="Times New Roman"/>
              </a:rPr>
              <a:t>1. Data Import</a:t>
            </a:r>
            <a:endParaRPr b="1" sz="1500">
              <a:solidFill>
                <a:srgbClr val="FF9900"/>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Imported the original dataset Stock Market into Power BI Power Query Editor.</a:t>
            </a:r>
            <a:br>
              <a:rPr lang="en-US" sz="14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0" lvl="0" marL="0" rtl="0" algn="l">
              <a:lnSpc>
                <a:spcPct val="107916"/>
              </a:lnSpc>
              <a:spcBef>
                <a:spcPts val="800"/>
              </a:spcBef>
              <a:spcAft>
                <a:spcPts val="0"/>
              </a:spcAft>
              <a:buClr>
                <a:schemeClr val="lt1"/>
              </a:buClr>
              <a:buSzPts val="1100"/>
              <a:buFont typeface="Arial"/>
              <a:buNone/>
            </a:pPr>
            <a:r>
              <a:rPr b="1" lang="en-US" sz="1400">
                <a:solidFill>
                  <a:srgbClr val="FF9900"/>
                </a:solidFill>
                <a:latin typeface="Times New Roman"/>
                <a:ea typeface="Times New Roman"/>
                <a:cs typeface="Times New Roman"/>
                <a:sym typeface="Times New Roman"/>
              </a:rPr>
              <a:t>2. Company-wise Data Filtering</a:t>
            </a:r>
            <a:endParaRPr b="1" sz="1400">
              <a:solidFill>
                <a:srgbClr val="FF9900"/>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Filtered each company separately.</a:t>
            </a:r>
            <a:endParaRPr sz="1400">
              <a:solidFill>
                <a:schemeClr val="dk1"/>
              </a:solidFill>
              <a:latin typeface="Times New Roman"/>
              <a:ea typeface="Times New Roman"/>
              <a:cs typeface="Times New Roman"/>
              <a:sym typeface="Times New Roman"/>
            </a:endParaRPr>
          </a:p>
          <a:p>
            <a:pPr indent="-317500" lvl="0" marL="457200" rtl="0" algn="l">
              <a:spcBef>
                <a:spcPts val="80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Created individual tables for every company stock data.</a:t>
            </a:r>
            <a:endParaRPr sz="1400">
              <a:solidFill>
                <a:schemeClr val="dk1"/>
              </a:solidFill>
              <a:latin typeface="Times New Roman"/>
              <a:ea typeface="Times New Roman"/>
              <a:cs typeface="Times New Roman"/>
              <a:sym typeface="Times New Roman"/>
            </a:endParaRPr>
          </a:p>
          <a:p>
            <a:pPr indent="0" lvl="0" marL="457200" rtl="0" algn="l">
              <a:spcBef>
                <a:spcPts val="800"/>
              </a:spcBef>
              <a:spcAft>
                <a:spcPts val="0"/>
              </a:spcAft>
              <a:buClr>
                <a:srgbClr val="168DBA"/>
              </a:buClr>
              <a:buSzPts val="1400"/>
              <a:buFont typeface="Century Gothic"/>
              <a:buNone/>
            </a:pPr>
            <a:r>
              <a:t/>
            </a:r>
            <a:endParaRPr sz="1400">
              <a:solidFill>
                <a:schemeClr val="dk1"/>
              </a:solidFill>
              <a:latin typeface="Times New Roman"/>
              <a:ea typeface="Times New Roman"/>
              <a:cs typeface="Times New Roman"/>
              <a:sym typeface="Times New Roman"/>
            </a:endParaRPr>
          </a:p>
          <a:p>
            <a:pPr indent="0" lvl="0" marL="0" rtl="0" algn="l">
              <a:lnSpc>
                <a:spcPct val="107916"/>
              </a:lnSpc>
              <a:spcBef>
                <a:spcPts val="800"/>
              </a:spcBef>
              <a:spcAft>
                <a:spcPts val="0"/>
              </a:spcAft>
              <a:buClr>
                <a:schemeClr val="lt1"/>
              </a:buClr>
              <a:buSzPts val="1100"/>
              <a:buFont typeface="Arial"/>
              <a:buNone/>
            </a:pPr>
            <a:r>
              <a:rPr b="1" lang="en-US" sz="1400">
                <a:solidFill>
                  <a:srgbClr val="FF9900"/>
                </a:solidFill>
                <a:latin typeface="Times New Roman"/>
                <a:ea typeface="Times New Roman"/>
                <a:cs typeface="Times New Roman"/>
                <a:sym typeface="Times New Roman"/>
              </a:rPr>
              <a:t>3. Date Cleaning</a:t>
            </a:r>
            <a:endParaRPr b="1" sz="1400">
              <a:solidFill>
                <a:srgbClr val="FF9900"/>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Removed unwanted date records.</a:t>
            </a:r>
            <a:endParaRPr sz="1400">
              <a:solidFill>
                <a:schemeClr val="dk1"/>
              </a:solidFill>
              <a:latin typeface="Times New Roman"/>
              <a:ea typeface="Times New Roman"/>
              <a:cs typeface="Times New Roman"/>
              <a:sym typeface="Times New Roman"/>
            </a:endParaRPr>
          </a:p>
          <a:p>
            <a:pPr indent="-317500" lvl="0" marL="457200" rtl="0" algn="l">
              <a:spcBef>
                <a:spcPts val="80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Deleted 2022 data because it contains only one record (Dec 31) and is incomplete.</a:t>
            </a:r>
            <a:endParaRPr sz="1400">
              <a:solidFill>
                <a:schemeClr val="dk1"/>
              </a:solidFill>
              <a:latin typeface="Times New Roman"/>
              <a:ea typeface="Times New Roman"/>
              <a:cs typeface="Times New Roman"/>
              <a:sym typeface="Times New Roman"/>
            </a:endParaRPr>
          </a:p>
          <a:p>
            <a:pPr indent="0" lvl="0" marL="457200" rtl="0" algn="l">
              <a:spcBef>
                <a:spcPts val="800"/>
              </a:spcBef>
              <a:spcAft>
                <a:spcPts val="0"/>
              </a:spcAft>
              <a:buClr>
                <a:srgbClr val="168DBA"/>
              </a:buClr>
              <a:buSzPts val="1400"/>
              <a:buFont typeface="Century Gothic"/>
              <a:buNone/>
            </a:pPr>
            <a:r>
              <a:t/>
            </a:r>
            <a:endParaRPr sz="1300">
              <a:solidFill>
                <a:schemeClr val="dk1"/>
              </a:solidFill>
              <a:latin typeface="Times New Roman"/>
              <a:ea typeface="Times New Roman"/>
              <a:cs typeface="Times New Roman"/>
              <a:sym typeface="Times New Roman"/>
            </a:endParaRPr>
          </a:p>
          <a:p>
            <a:pPr indent="0" lvl="0" marL="0" rtl="0" algn="l">
              <a:lnSpc>
                <a:spcPct val="107916"/>
              </a:lnSpc>
              <a:spcBef>
                <a:spcPts val="800"/>
              </a:spcBef>
              <a:spcAft>
                <a:spcPts val="0"/>
              </a:spcAft>
              <a:buClr>
                <a:schemeClr val="lt1"/>
              </a:buClr>
              <a:buSzPts val="1100"/>
              <a:buFont typeface="Arial"/>
              <a:buNone/>
            </a:pPr>
            <a:r>
              <a:t/>
            </a:r>
            <a:endParaRPr sz="4000">
              <a:solidFill>
                <a:schemeClr val="dk1"/>
              </a:solidFill>
              <a:latin typeface="Maven Pro"/>
              <a:ea typeface="Maven Pro"/>
              <a:cs typeface="Maven Pro"/>
              <a:sym typeface="Maven Pro"/>
            </a:endParaRPr>
          </a:p>
        </p:txBody>
      </p:sp>
      <p:sp>
        <p:nvSpPr>
          <p:cNvPr id="202" name="Google Shape;202;p26"/>
          <p:cNvSpPr txBox="1"/>
          <p:nvPr>
            <p:ph idx="2" type="title"/>
          </p:nvPr>
        </p:nvSpPr>
        <p:spPr>
          <a:xfrm>
            <a:off x="6458040" y="-2326680"/>
            <a:ext cx="1418700" cy="600300"/>
          </a:xfrm>
          <a:prstGeom prst="rect">
            <a:avLst/>
          </a:prstGeom>
          <a:noFill/>
          <a:ln>
            <a:noFill/>
          </a:ln>
        </p:spPr>
        <p:txBody>
          <a:bodyPr anchorCtr="0" anchor="t" bIns="91425" lIns="91425" spcFirstLastPara="1" rIns="91425" wrap="square" tIns="91425">
            <a:spAutoFit/>
          </a:bodyPr>
          <a:lstStyle/>
          <a:p>
            <a:pPr indent="0" lvl="0" marL="0" marR="0" rtl="0" algn="l">
              <a:lnSpc>
                <a:spcPct val="90001"/>
              </a:lnSpc>
              <a:spcBef>
                <a:spcPts val="0"/>
              </a:spcBef>
              <a:spcAft>
                <a:spcPts val="0"/>
              </a:spcAft>
              <a:buClr>
                <a:srgbClr val="000000"/>
              </a:buClr>
              <a:buSzPts val="1400"/>
              <a:buFont typeface="Arial"/>
              <a:buNone/>
            </a:pPr>
            <a:r>
              <a:rPr b="1" lang="en-US" sz="3000">
                <a:solidFill>
                  <a:schemeClr val="dk1"/>
                </a:solidFill>
                <a:latin typeface="Times New Roman"/>
                <a:ea typeface="Times New Roman"/>
                <a:cs typeface="Times New Roman"/>
                <a:sym typeface="Times New Roman"/>
              </a:rPr>
              <a:t>01</a:t>
            </a:r>
            <a:endParaRPr b="0" sz="6000" u="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txBox="1"/>
          <p:nvPr>
            <p:ph type="title"/>
          </p:nvPr>
        </p:nvSpPr>
        <p:spPr>
          <a:xfrm>
            <a:off x="2108498" y="695100"/>
            <a:ext cx="6475179" cy="3753300"/>
          </a:xfrm>
          <a:prstGeom prst="rect">
            <a:avLst/>
          </a:prstGeom>
          <a:noFill/>
          <a:ln>
            <a:noFill/>
          </a:ln>
        </p:spPr>
        <p:txBody>
          <a:bodyPr anchorCtr="0" anchor="t" bIns="91425" lIns="91425" spcFirstLastPara="1" rIns="91425" wrap="square" tIns="91425">
            <a:noAutofit/>
          </a:bodyPr>
          <a:lstStyle/>
          <a:p>
            <a:pPr indent="0" lvl="0" marL="0" marR="0" rtl="0" algn="l">
              <a:lnSpc>
                <a:spcPct val="90001"/>
              </a:lnSpc>
              <a:spcBef>
                <a:spcPts val="0"/>
              </a:spcBef>
              <a:spcAft>
                <a:spcPts val="0"/>
              </a:spcAft>
              <a:buClr>
                <a:srgbClr val="000000"/>
              </a:buClr>
              <a:buSzPts val="1400"/>
              <a:buFont typeface="Arial"/>
              <a:buNone/>
            </a:pPr>
            <a:r>
              <a:rPr b="1" lang="en-US">
                <a:solidFill>
                  <a:schemeClr val="accent2"/>
                </a:solidFill>
                <a:latin typeface="Times New Roman"/>
                <a:ea typeface="Times New Roman"/>
                <a:cs typeface="Times New Roman"/>
                <a:sym typeface="Times New Roman"/>
              </a:rPr>
              <a:t>Data Transformation Steps (Power Query – Power BI)</a:t>
            </a:r>
            <a:endParaRPr b="1">
              <a:solidFill>
                <a:schemeClr val="accent2"/>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1400"/>
              <a:buFont typeface="Arial"/>
              <a:buNone/>
            </a:pPr>
            <a:r>
              <a:t/>
            </a:r>
            <a:endParaRPr b="1" sz="1100">
              <a:solidFill>
                <a:schemeClr val="dk1"/>
              </a:solidFill>
              <a:latin typeface="Times New Roman"/>
              <a:ea typeface="Times New Roman"/>
              <a:cs typeface="Times New Roman"/>
              <a:sym typeface="Times New Roman"/>
            </a:endParaRPr>
          </a:p>
          <a:p>
            <a:pPr indent="0" lvl="0" marL="0" rtl="0" algn="l">
              <a:lnSpc>
                <a:spcPct val="107916"/>
              </a:lnSpc>
              <a:spcBef>
                <a:spcPts val="200"/>
              </a:spcBef>
              <a:spcAft>
                <a:spcPts val="0"/>
              </a:spcAft>
              <a:buClr>
                <a:schemeClr val="lt1"/>
              </a:buClr>
              <a:buSzPts val="1100"/>
              <a:buFont typeface="Arial"/>
              <a:buNone/>
            </a:pPr>
            <a:r>
              <a:t/>
            </a:r>
            <a:endParaRPr b="1" sz="1100">
              <a:solidFill>
                <a:schemeClr val="dk1"/>
              </a:solidFill>
              <a:latin typeface="Times New Roman"/>
              <a:ea typeface="Times New Roman"/>
              <a:cs typeface="Times New Roman"/>
              <a:sym typeface="Times New Roman"/>
            </a:endParaRPr>
          </a:p>
          <a:p>
            <a:pPr indent="0" lvl="0" marL="0" rtl="0" algn="l">
              <a:lnSpc>
                <a:spcPct val="107916"/>
              </a:lnSpc>
              <a:spcBef>
                <a:spcPts val="200"/>
              </a:spcBef>
              <a:spcAft>
                <a:spcPts val="0"/>
              </a:spcAft>
              <a:buClr>
                <a:schemeClr val="lt1"/>
              </a:buClr>
              <a:buSzPts val="1100"/>
              <a:buFont typeface="Arial"/>
              <a:buNone/>
            </a:pPr>
            <a:r>
              <a:rPr b="1" lang="en-US" sz="1400">
                <a:solidFill>
                  <a:srgbClr val="FF9900"/>
                </a:solidFill>
                <a:latin typeface="Times New Roman"/>
                <a:ea typeface="Times New Roman"/>
                <a:cs typeface="Times New Roman"/>
                <a:sym typeface="Times New Roman"/>
              </a:rPr>
              <a:t>4. Duplicate Removal</a:t>
            </a:r>
            <a:endParaRPr b="1" sz="1400">
              <a:solidFill>
                <a:srgbClr val="FF9900"/>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Arial"/>
              <a:buChar char="●"/>
            </a:pPr>
            <a:r>
              <a:rPr lang="en-US" sz="1400">
                <a:solidFill>
                  <a:schemeClr val="dk1"/>
                </a:solidFill>
                <a:latin typeface="Times New Roman"/>
                <a:ea typeface="Times New Roman"/>
                <a:cs typeface="Times New Roman"/>
                <a:sym typeface="Times New Roman"/>
              </a:rPr>
              <a:t>Checked and removed duplicate rows for all company stock tables.</a:t>
            </a:r>
            <a:endParaRPr sz="1400">
              <a:solidFill>
                <a:schemeClr val="dk1"/>
              </a:solidFill>
              <a:latin typeface="Times New Roman"/>
              <a:ea typeface="Times New Roman"/>
              <a:cs typeface="Times New Roman"/>
              <a:sym typeface="Times New Roman"/>
            </a:endParaRPr>
          </a:p>
          <a:p>
            <a:pPr indent="-317500" lvl="0" marL="457200" rtl="0" algn="l">
              <a:spcBef>
                <a:spcPts val="80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Ensured only unique trading records were retained.</a:t>
            </a:r>
            <a:endParaRPr sz="1400">
              <a:solidFill>
                <a:schemeClr val="dk1"/>
              </a:solidFill>
              <a:latin typeface="Times New Roman"/>
              <a:ea typeface="Times New Roman"/>
              <a:cs typeface="Times New Roman"/>
              <a:sym typeface="Times New Roman"/>
            </a:endParaRPr>
          </a:p>
          <a:p>
            <a:pPr indent="0" lvl="0" marL="457200" rtl="0" algn="l">
              <a:spcBef>
                <a:spcPts val="800"/>
              </a:spcBef>
              <a:spcAft>
                <a:spcPts val="0"/>
              </a:spcAft>
              <a:buClr>
                <a:srgbClr val="168DBA"/>
              </a:buClr>
              <a:buSzPts val="1400"/>
              <a:buFont typeface="Century Gothic"/>
              <a:buNone/>
            </a:pPr>
            <a:r>
              <a:t/>
            </a:r>
            <a:endParaRPr sz="1400">
              <a:solidFill>
                <a:schemeClr val="dk1"/>
              </a:solidFill>
              <a:latin typeface="Times New Roman"/>
              <a:ea typeface="Times New Roman"/>
              <a:cs typeface="Times New Roman"/>
              <a:sym typeface="Times New Roman"/>
            </a:endParaRPr>
          </a:p>
          <a:p>
            <a:pPr indent="0" lvl="0" marL="0" rtl="0" algn="l">
              <a:lnSpc>
                <a:spcPct val="107916"/>
              </a:lnSpc>
              <a:spcBef>
                <a:spcPts val="800"/>
              </a:spcBef>
              <a:spcAft>
                <a:spcPts val="0"/>
              </a:spcAft>
              <a:buClr>
                <a:schemeClr val="lt1"/>
              </a:buClr>
              <a:buSzPts val="1100"/>
              <a:buFont typeface="Arial"/>
              <a:buNone/>
            </a:pPr>
            <a:r>
              <a:rPr b="1" lang="en-US" sz="1400">
                <a:solidFill>
                  <a:srgbClr val="FF9900"/>
                </a:solidFill>
                <a:latin typeface="Times New Roman"/>
                <a:ea typeface="Times New Roman"/>
                <a:cs typeface="Times New Roman"/>
                <a:sym typeface="Times New Roman"/>
              </a:rPr>
              <a:t>5. Data Appending</a:t>
            </a:r>
            <a:endParaRPr b="1" sz="1400">
              <a:solidFill>
                <a:srgbClr val="FF9900"/>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Arial"/>
              <a:buChar char="●"/>
            </a:pPr>
            <a:r>
              <a:rPr lang="en-US" sz="1400">
                <a:solidFill>
                  <a:schemeClr val="dk1"/>
                </a:solidFill>
                <a:latin typeface="Times New Roman"/>
                <a:ea typeface="Times New Roman"/>
                <a:cs typeface="Times New Roman"/>
                <a:sym typeface="Times New Roman"/>
              </a:rPr>
              <a:t>Used Append Queries to combine all individual company tables into one single consolidated table.</a:t>
            </a:r>
            <a:endParaRPr sz="1400">
              <a:solidFill>
                <a:schemeClr val="dk1"/>
              </a:solidFill>
              <a:latin typeface="Times New Roman"/>
              <a:ea typeface="Times New Roman"/>
              <a:cs typeface="Times New Roman"/>
              <a:sym typeface="Times New Roman"/>
            </a:endParaRPr>
          </a:p>
          <a:p>
            <a:pPr indent="0" lvl="0" marL="457200" rtl="0" algn="l">
              <a:spcBef>
                <a:spcPts val="800"/>
              </a:spcBef>
              <a:spcAft>
                <a:spcPts val="0"/>
              </a:spcAft>
              <a:buClr>
                <a:srgbClr val="168DBA"/>
              </a:buClr>
              <a:buSzPts val="1400"/>
              <a:buFont typeface="Century Gothic"/>
              <a:buNone/>
            </a:pPr>
            <a:r>
              <a:t/>
            </a:r>
            <a:endParaRPr sz="1400">
              <a:solidFill>
                <a:schemeClr val="dk1"/>
              </a:solidFill>
              <a:latin typeface="Times New Roman"/>
              <a:ea typeface="Times New Roman"/>
              <a:cs typeface="Times New Roman"/>
              <a:sym typeface="Times New Roman"/>
            </a:endParaRPr>
          </a:p>
          <a:p>
            <a:pPr indent="0" lvl="0" marL="0" rtl="0" algn="l">
              <a:lnSpc>
                <a:spcPct val="107916"/>
              </a:lnSpc>
              <a:spcBef>
                <a:spcPts val="800"/>
              </a:spcBef>
              <a:spcAft>
                <a:spcPts val="0"/>
              </a:spcAft>
              <a:buClr>
                <a:schemeClr val="lt1"/>
              </a:buClr>
              <a:buSzPts val="1100"/>
              <a:buFont typeface="Arial"/>
              <a:buNone/>
            </a:pPr>
            <a:r>
              <a:rPr b="1" lang="en-US" sz="1400">
                <a:solidFill>
                  <a:srgbClr val="FF9900"/>
                </a:solidFill>
                <a:latin typeface="Times New Roman"/>
                <a:ea typeface="Times New Roman"/>
                <a:cs typeface="Times New Roman"/>
                <a:sym typeface="Times New Roman"/>
              </a:rPr>
              <a:t>6. Final Dataset Creation</a:t>
            </a:r>
            <a:endParaRPr b="1" sz="1400">
              <a:solidFill>
                <a:srgbClr val="FF9900"/>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Verified the cleaned and appended dataset.</a:t>
            </a:r>
            <a:endParaRPr sz="1400">
              <a:solidFill>
                <a:schemeClr val="dk1"/>
              </a:solidFill>
              <a:latin typeface="Times New Roman"/>
              <a:ea typeface="Times New Roman"/>
              <a:cs typeface="Times New Roman"/>
              <a:sym typeface="Times New Roman"/>
            </a:endParaRPr>
          </a:p>
          <a:p>
            <a:pPr indent="-317500" lvl="0" marL="457200" rtl="0" algn="l">
              <a:spcBef>
                <a:spcPts val="800"/>
              </a:spcBef>
              <a:spcAft>
                <a:spcPts val="0"/>
              </a:spcAft>
              <a:buClr>
                <a:schemeClr val="dk1"/>
              </a:buClr>
              <a:buSzPts val="1400"/>
              <a:buFont typeface="Arial"/>
              <a:buChar char="●"/>
            </a:pPr>
            <a:r>
              <a:rPr lang="en-US" sz="1400">
                <a:solidFill>
                  <a:schemeClr val="dk1"/>
                </a:solidFill>
                <a:latin typeface="Times New Roman"/>
                <a:ea typeface="Times New Roman"/>
                <a:cs typeface="Times New Roman"/>
                <a:sym typeface="Times New Roman"/>
              </a:rPr>
              <a:t>Exported the final combined dataset into Excel as “Stock Data” (second file).</a:t>
            </a:r>
            <a:endParaRPr sz="1400">
              <a:solidFill>
                <a:schemeClr val="dk1"/>
              </a:solidFill>
              <a:latin typeface="Times New Roman"/>
              <a:ea typeface="Times New Roman"/>
              <a:cs typeface="Times New Roman"/>
              <a:sym typeface="Times New Roman"/>
            </a:endParaRPr>
          </a:p>
          <a:p>
            <a:pPr indent="0" lvl="0" marL="0" marR="0" rtl="0" algn="l">
              <a:lnSpc>
                <a:spcPct val="90001"/>
              </a:lnSpc>
              <a:spcBef>
                <a:spcPts val="800"/>
              </a:spcBef>
              <a:spcAft>
                <a:spcPts val="0"/>
              </a:spcAft>
              <a:buClr>
                <a:srgbClr val="000000"/>
              </a:buClr>
              <a:buSzPts val="1400"/>
              <a:buFont typeface="Arial"/>
              <a:buNone/>
            </a:pPr>
            <a:r>
              <a:t/>
            </a:r>
            <a:endParaRPr sz="4000">
              <a:solidFill>
                <a:schemeClr val="dk1"/>
              </a:solidFill>
              <a:latin typeface="Maven Pro"/>
              <a:ea typeface="Maven Pro"/>
              <a:cs typeface="Maven Pro"/>
              <a:sym typeface="Maven Pro"/>
            </a:endParaRPr>
          </a:p>
        </p:txBody>
      </p:sp>
      <p:sp>
        <p:nvSpPr>
          <p:cNvPr id="208" name="Google Shape;208;p27"/>
          <p:cNvSpPr txBox="1"/>
          <p:nvPr>
            <p:ph idx="2" type="title"/>
          </p:nvPr>
        </p:nvSpPr>
        <p:spPr>
          <a:xfrm>
            <a:off x="6458040" y="-2326680"/>
            <a:ext cx="1418700" cy="600300"/>
          </a:xfrm>
          <a:prstGeom prst="rect">
            <a:avLst/>
          </a:prstGeom>
          <a:noFill/>
          <a:ln>
            <a:noFill/>
          </a:ln>
        </p:spPr>
        <p:txBody>
          <a:bodyPr anchorCtr="0" anchor="t" bIns="91425" lIns="91425" spcFirstLastPara="1" rIns="91425" wrap="square" tIns="91425">
            <a:spAutoFit/>
          </a:bodyPr>
          <a:lstStyle/>
          <a:p>
            <a:pPr indent="0" lvl="0" marL="0" marR="0" rtl="0" algn="l">
              <a:lnSpc>
                <a:spcPct val="90001"/>
              </a:lnSpc>
              <a:spcBef>
                <a:spcPts val="0"/>
              </a:spcBef>
              <a:spcAft>
                <a:spcPts val="0"/>
              </a:spcAft>
              <a:buClr>
                <a:srgbClr val="000000"/>
              </a:buClr>
              <a:buSzPts val="1400"/>
              <a:buFont typeface="Arial"/>
              <a:buNone/>
            </a:pPr>
            <a:r>
              <a:rPr b="1" lang="en-US" sz="3000">
                <a:solidFill>
                  <a:schemeClr val="dk1"/>
                </a:solidFill>
                <a:latin typeface="Times New Roman"/>
                <a:ea typeface="Times New Roman"/>
                <a:cs typeface="Times New Roman"/>
                <a:sym typeface="Times New Roman"/>
              </a:rPr>
              <a:t>01</a:t>
            </a:r>
            <a:endParaRPr b="0" sz="6000" u="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idx="2" type="title"/>
          </p:nvPr>
        </p:nvSpPr>
        <p:spPr>
          <a:xfrm>
            <a:off x="2312892" y="322730"/>
            <a:ext cx="5564267" cy="839097"/>
          </a:xfrm>
          <a:prstGeom prst="rect">
            <a:avLst/>
          </a:prstGeom>
          <a:noFill/>
          <a:ln>
            <a:noFill/>
          </a:ln>
        </p:spPr>
        <p:txBody>
          <a:bodyPr anchorCtr="0" anchor="b" bIns="91425" lIns="91425" spcFirstLastPara="1" rIns="91425" wrap="square" tIns="91425">
            <a:noAutofit/>
          </a:bodyPr>
          <a:lstStyle/>
          <a:p>
            <a:pPr indent="0" lvl="0" marL="0" marR="0" rtl="0" algn="l">
              <a:spcBef>
                <a:spcPts val="0"/>
              </a:spcBef>
              <a:spcAft>
                <a:spcPts val="0"/>
              </a:spcAft>
              <a:buClr>
                <a:srgbClr val="168DBA"/>
              </a:buClr>
              <a:buSzPts val="1400"/>
              <a:buFont typeface="Times New Roman"/>
              <a:buNone/>
            </a:pPr>
            <a:r>
              <a:rPr b="1" lang="en-US" sz="2400">
                <a:latin typeface="Times New Roman"/>
                <a:ea typeface="Times New Roman"/>
                <a:cs typeface="Times New Roman"/>
                <a:sym typeface="Times New Roman"/>
              </a:rPr>
              <a:t>Data Modeling</a:t>
            </a:r>
            <a:endParaRPr b="1" sz="2400">
              <a:latin typeface="Times New Roman"/>
              <a:ea typeface="Times New Roman"/>
              <a:cs typeface="Times New Roman"/>
              <a:sym typeface="Times New Roman"/>
            </a:endParaRPr>
          </a:p>
        </p:txBody>
      </p:sp>
      <p:sp>
        <p:nvSpPr>
          <p:cNvPr id="214" name="Google Shape;214;p28"/>
          <p:cNvSpPr txBox="1"/>
          <p:nvPr>
            <p:ph type="title"/>
          </p:nvPr>
        </p:nvSpPr>
        <p:spPr>
          <a:xfrm>
            <a:off x="2312892" y="1343439"/>
            <a:ext cx="6196407" cy="286232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Schema:</a:t>
            </a:r>
            <a:r>
              <a:rPr b="0" i="0" lang="en-US" sz="1800" u="none" cap="none" strike="noStrike">
                <a:solidFill>
                  <a:schemeClr val="dk1"/>
                </a:solidFill>
                <a:latin typeface="Arial"/>
                <a:ea typeface="Arial"/>
                <a:cs typeface="Arial"/>
                <a:sym typeface="Arial"/>
              </a:rPr>
              <a:t> Implemented a </a:t>
            </a:r>
            <a:r>
              <a:rPr b="1" i="0" lang="en-US" sz="1800" u="none" cap="none" strike="noStrike">
                <a:solidFill>
                  <a:schemeClr val="dk1"/>
                </a:solidFill>
                <a:latin typeface="Arial"/>
                <a:ea typeface="Arial"/>
                <a:cs typeface="Arial"/>
                <a:sym typeface="Arial"/>
              </a:rPr>
              <a:t>Star Schema</a:t>
            </a:r>
            <a:r>
              <a:rPr b="0" i="0" lang="en-US" sz="1800" u="none" cap="none" strike="noStrike">
                <a:solidFill>
                  <a:schemeClr val="dk1"/>
                </a:solidFill>
                <a:latin typeface="Arial"/>
                <a:ea typeface="Arial"/>
                <a:cs typeface="Arial"/>
                <a:sym typeface="Arial"/>
              </a:rPr>
              <a:t> for optimal performance.</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Fact Table: </a:t>
            </a:r>
            <a:r>
              <a:rPr b="0" i="0" lang="en-US" sz="1800" u="none" cap="none" strike="noStrike">
                <a:solidFill>
                  <a:schemeClr val="dk1"/>
                </a:solidFill>
                <a:latin typeface="Arial"/>
                <a:ea typeface="Arial"/>
                <a:cs typeface="Arial"/>
                <a:sym typeface="Arial"/>
              </a:rPr>
              <a:t> Master </a:t>
            </a:r>
            <a:r>
              <a:rPr b="0" i="0" lang="en-US" sz="1200" u="none" cap="none" strike="noStrike">
                <a:solidFill>
                  <a:schemeClr val="dk1"/>
                </a:solidFill>
                <a:latin typeface="Arimo"/>
                <a:ea typeface="Arimo"/>
                <a:cs typeface="Arimo"/>
                <a:sym typeface="Arimo"/>
              </a:rPr>
              <a:t>Stock Data</a:t>
            </a:r>
            <a:r>
              <a:rPr b="0" i="0" lang="en-US" sz="1200" u="none" cap="none" strike="noStrike">
                <a:solidFill>
                  <a:schemeClr val="dk1"/>
                </a:solidFill>
              </a:rPr>
              <a:t> </a:t>
            </a:r>
            <a:br>
              <a:rPr b="0" i="0" lang="en-US" sz="800" u="none" cap="none" strike="noStrike">
                <a:solidFill>
                  <a:schemeClr val="dk1"/>
                </a:solidFil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Dimension Tables:</a:t>
            </a:r>
            <a:r>
              <a:rPr b="0" i="0" lang="en-US" sz="1800" u="none" cap="none" strike="noStrike">
                <a:solidFill>
                  <a:schemeClr val="dk1"/>
                </a:solidFill>
                <a:latin typeface="Arial"/>
                <a:ea typeface="Arial"/>
                <a:cs typeface="Arial"/>
                <a:sym typeface="Arial"/>
              </a:rPr>
              <a:t> </a:t>
            </a:r>
            <a:r>
              <a:rPr b="0" i="0" lang="en-US" sz="1100" u="none" cap="none" strike="noStrike">
                <a:solidFill>
                  <a:schemeClr val="dk1"/>
                </a:solidFill>
                <a:latin typeface="Arimo"/>
                <a:ea typeface="Arimo"/>
                <a:cs typeface="Arimo"/>
                <a:sym typeface="Arimo"/>
              </a:rPr>
              <a:t>Sector</a:t>
            </a:r>
            <a:r>
              <a:rPr b="0" i="0" lang="en-US" sz="1100" u="none" cap="none" strike="noStrike">
                <a:solidFill>
                  <a:schemeClr val="dk1"/>
                </a:solidFill>
              </a:rPr>
              <a:t>, and </a:t>
            </a:r>
            <a:r>
              <a:rPr b="0" i="0" lang="en-US" sz="1100" u="none" cap="none" strike="noStrike">
                <a:solidFill>
                  <a:schemeClr val="dk1"/>
                </a:solidFill>
                <a:latin typeface="Arimo"/>
                <a:ea typeface="Arimo"/>
                <a:cs typeface="Arimo"/>
                <a:sym typeface="Arimo"/>
              </a:rPr>
              <a:t>Company Type</a:t>
            </a:r>
            <a:br>
              <a:rPr b="0" i="0" lang="en-US" sz="800" u="none" cap="none" strike="noStrike">
                <a:solidFill>
                  <a:schemeClr val="dk1"/>
                </a:solidFil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Relationships:</a:t>
            </a:r>
            <a:r>
              <a:rPr b="0" i="0" lang="en-US" sz="1800" u="none" cap="none" strike="noStrike">
                <a:solidFill>
                  <a:schemeClr val="dk1"/>
                </a:solidFill>
                <a:latin typeface="Arial"/>
                <a:ea typeface="Arial"/>
                <a:cs typeface="Arial"/>
                <a:sym typeface="Arial"/>
              </a:rPr>
              <a:t> Established 1-to-Many relationships to enable cross-filtering between sector, year, and stock name.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type="title"/>
          </p:nvPr>
        </p:nvSpPr>
        <p:spPr>
          <a:xfrm>
            <a:off x="4534920" y="2425680"/>
            <a:ext cx="3342240" cy="13831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168DBA"/>
              </a:buClr>
              <a:buSzPts val="1400"/>
              <a:buFont typeface="Century Gothic"/>
              <a:buNone/>
            </a:pPr>
            <a:r>
              <a:t/>
            </a:r>
            <a:endParaRPr/>
          </a:p>
        </p:txBody>
      </p:sp>
      <p:sp>
        <p:nvSpPr>
          <p:cNvPr id="220" name="Google Shape;220;p29"/>
          <p:cNvSpPr txBox="1"/>
          <p:nvPr>
            <p:ph idx="2" type="title"/>
          </p:nvPr>
        </p:nvSpPr>
        <p:spPr>
          <a:xfrm>
            <a:off x="6455520" y="1334520"/>
            <a:ext cx="1421640" cy="1090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168DBA"/>
              </a:buClr>
              <a:buSzPts val="1400"/>
              <a:buFont typeface="Century Gothic"/>
              <a:buNone/>
            </a:pPr>
            <a:r>
              <a:t/>
            </a:r>
            <a:endParaRPr/>
          </a:p>
        </p:txBody>
      </p:sp>
      <p:sp>
        <p:nvSpPr>
          <p:cNvPr id="221" name="Google Shape;221;p2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SzPts val="1400"/>
              <a:buNone/>
            </a:pPr>
            <a:r>
              <a:t/>
            </a:r>
            <a:endParaRPr/>
          </a:p>
        </p:txBody>
      </p:sp>
      <p:sp>
        <p:nvSpPr>
          <p:cNvPr id="222" name="Google Shape;222;p29"/>
          <p:cNvSpPr/>
          <p:nvPr/>
        </p:nvSpPr>
        <p:spPr>
          <a:xfrm>
            <a:off x="542150" y="125100"/>
            <a:ext cx="7645800" cy="5838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chemeClr val="dk1"/>
              </a:buClr>
              <a:buSzPts val="3000"/>
              <a:buFont typeface="Maven Pro"/>
              <a:buNone/>
            </a:pPr>
            <a:r>
              <a:rPr b="0" i="0" lang="en-US" sz="3000" u="none" cap="none" strike="noStrike">
                <a:solidFill>
                  <a:schemeClr val="dk1"/>
                </a:solidFill>
                <a:latin typeface="Maven Pro"/>
                <a:ea typeface="Maven Pro"/>
                <a:cs typeface="Maven Pro"/>
                <a:sym typeface="Maven Pro"/>
              </a:rPr>
              <a:t>Data Modeling in Power BI- Star schema</a:t>
            </a:r>
            <a:endParaRPr b="0" i="0" sz="3000" u="none" cap="none" strike="noStrike">
              <a:solidFill>
                <a:srgbClr val="FFFFFF"/>
              </a:solidFill>
              <a:latin typeface="Noto Sans Symbols"/>
              <a:ea typeface="Noto Sans Symbols"/>
              <a:cs typeface="Noto Sans Symbols"/>
              <a:sym typeface="Noto Sans Symbols"/>
            </a:endParaRPr>
          </a:p>
        </p:txBody>
      </p:sp>
      <p:pic>
        <p:nvPicPr>
          <p:cNvPr id="223" name="Google Shape;223;p29"/>
          <p:cNvPicPr preferRelativeResize="0"/>
          <p:nvPr/>
        </p:nvPicPr>
        <p:blipFill rotWithShape="1">
          <a:blip r:embed="rId3">
            <a:alphaModFix/>
          </a:blip>
          <a:srcRect b="0" l="0" r="0" t="0"/>
          <a:stretch/>
        </p:blipFill>
        <p:spPr>
          <a:xfrm>
            <a:off x="264125" y="708900"/>
            <a:ext cx="8688350" cy="4045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body"/>
          </p:nvPr>
        </p:nvSpPr>
        <p:spPr>
          <a:xfrm>
            <a:off x="2119256" y="473335"/>
            <a:ext cx="6609094" cy="3671413"/>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SzPts val="1400"/>
              <a:buNone/>
            </a:pPr>
            <a:r>
              <a:rPr b="1" lang="en-US" sz="2400">
                <a:solidFill>
                  <a:schemeClr val="accent2"/>
                </a:solidFill>
                <a:latin typeface="Times New Roman"/>
                <a:ea typeface="Times New Roman"/>
                <a:cs typeface="Times New Roman"/>
                <a:sym typeface="Times New Roman"/>
              </a:rPr>
              <a:t>DAX Measure</a:t>
            </a: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Total Trade Volume</a:t>
            </a:r>
            <a:endParaRPr/>
          </a:p>
          <a:p>
            <a:pPr indent="-355600" lvl="0" marL="457200" rtl="0" algn="l">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Total Trade Value</a:t>
            </a:r>
            <a:endParaRPr/>
          </a:p>
          <a:p>
            <a:pPr indent="-355600" lvl="0" marL="457200" rtl="0" algn="l">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Average Trade volume</a:t>
            </a:r>
            <a:endParaRPr/>
          </a:p>
          <a:p>
            <a:pPr indent="-355600" lvl="0" marL="457200" rtl="0" algn="l">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Average Return</a:t>
            </a:r>
            <a:endParaRPr/>
          </a:p>
          <a:p>
            <a:pPr indent="-355600" lvl="0" marL="457200" rtl="0" algn="l">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Company Average Return</a:t>
            </a:r>
            <a:endParaRPr/>
          </a:p>
          <a:p>
            <a:pPr indent="-355600" lvl="0" marL="457200" rtl="0" algn="l">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Sector Average Return</a:t>
            </a:r>
            <a:endParaRPr/>
          </a:p>
          <a:p>
            <a:pPr indent="-381000" lvl="0" marL="457200" rtl="0" algn="l">
              <a:spcBef>
                <a:spcPts val="0"/>
              </a:spcBef>
              <a:spcAft>
                <a:spcPts val="0"/>
              </a:spcAft>
              <a:buClr>
                <a:schemeClr val="dk1"/>
              </a:buClr>
              <a:buSzPts val="2400"/>
              <a:buFont typeface="Times New Roman"/>
              <a:buChar char="●"/>
            </a:pPr>
            <a:r>
              <a:rPr lang="en-US">
                <a:solidFill>
                  <a:schemeClr val="dk1"/>
                </a:solidFill>
                <a:latin typeface="Times New Roman"/>
                <a:ea typeface="Times New Roman"/>
                <a:cs typeface="Times New Roman"/>
                <a:sym typeface="Times New Roman"/>
              </a:rPr>
              <a:t>Alpha</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p:nvPr/>
        </p:nvSpPr>
        <p:spPr>
          <a:xfrm>
            <a:off x="542150" y="166825"/>
            <a:ext cx="7840500" cy="4725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chemeClr val="accent2"/>
              </a:buClr>
              <a:buSzPts val="3000"/>
              <a:buFont typeface="Maven Pro"/>
              <a:buNone/>
            </a:pPr>
            <a:r>
              <a:rPr b="0" i="0" lang="en-US" sz="3000" u="none" cap="none" strike="noStrike">
                <a:solidFill>
                  <a:schemeClr val="accent2"/>
                </a:solidFill>
                <a:latin typeface="Maven Pro"/>
                <a:ea typeface="Maven Pro"/>
                <a:cs typeface="Maven Pro"/>
                <a:sym typeface="Maven Pro"/>
              </a:rPr>
              <a:t>Indian Equity Sectors Analysis Dashboard</a:t>
            </a:r>
            <a:endParaRPr b="0" i="0" sz="3000" u="none" cap="none" strike="noStrike">
              <a:solidFill>
                <a:schemeClr val="accent2"/>
              </a:solidFill>
              <a:latin typeface="Noto Sans Symbols"/>
              <a:ea typeface="Noto Sans Symbols"/>
              <a:cs typeface="Noto Sans Symbols"/>
              <a:sym typeface="Noto Sans Symbols"/>
            </a:endParaRPr>
          </a:p>
        </p:txBody>
      </p:sp>
      <p:pic>
        <p:nvPicPr>
          <p:cNvPr id="234" name="Google Shape;234;p31"/>
          <p:cNvPicPr preferRelativeResize="0"/>
          <p:nvPr/>
        </p:nvPicPr>
        <p:blipFill rotWithShape="1">
          <a:blip r:embed="rId3">
            <a:alphaModFix/>
          </a:blip>
          <a:srcRect b="0" l="0" r="0" t="0"/>
          <a:stretch/>
        </p:blipFill>
        <p:spPr>
          <a:xfrm>
            <a:off x="118334" y="684314"/>
            <a:ext cx="8907332" cy="43717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idx="2" type="title"/>
          </p:nvPr>
        </p:nvSpPr>
        <p:spPr>
          <a:xfrm>
            <a:off x="2183803" y="654164"/>
            <a:ext cx="4511078" cy="605792"/>
          </a:xfrm>
          <a:prstGeom prst="rect">
            <a:avLst/>
          </a:prstGeom>
          <a:noFill/>
          <a:ln>
            <a:noFill/>
          </a:ln>
        </p:spPr>
        <p:txBody>
          <a:bodyPr anchorCtr="0" anchor="b" bIns="91425" lIns="91425" spcFirstLastPara="1" rIns="91425" wrap="square" tIns="91425">
            <a:noAutofit/>
          </a:bodyPr>
          <a:lstStyle/>
          <a:p>
            <a:pPr indent="0" lvl="0" marL="0" marR="0" rtl="0" algn="l">
              <a:spcBef>
                <a:spcPts val="0"/>
              </a:spcBef>
              <a:spcAft>
                <a:spcPts val="0"/>
              </a:spcAft>
              <a:buClr>
                <a:srgbClr val="168DBA"/>
              </a:buClr>
              <a:buSzPts val="1400"/>
              <a:buFont typeface="Times New Roman"/>
              <a:buNone/>
            </a:pPr>
            <a:r>
              <a:rPr b="1" lang="en-US" sz="2400">
                <a:latin typeface="Times New Roman"/>
                <a:ea typeface="Times New Roman"/>
                <a:cs typeface="Times New Roman"/>
                <a:sym typeface="Times New Roman"/>
              </a:rPr>
              <a:t>KPI Summary</a:t>
            </a:r>
            <a:endParaRPr/>
          </a:p>
        </p:txBody>
      </p:sp>
      <p:sp>
        <p:nvSpPr>
          <p:cNvPr id="240" name="Google Shape;240;p32"/>
          <p:cNvSpPr txBox="1"/>
          <p:nvPr>
            <p:ph idx="1" type="body"/>
          </p:nvPr>
        </p:nvSpPr>
        <p:spPr>
          <a:xfrm>
            <a:off x="2097741" y="1553747"/>
            <a:ext cx="6702014" cy="258532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None/>
            </a:pPr>
            <a:r>
              <a:rPr b="1" i="0" lang="en-US" sz="1800" u="none" cap="none" strike="noStrike">
                <a:solidFill>
                  <a:schemeClr val="dk1"/>
                </a:solidFill>
                <a:latin typeface="Arial"/>
                <a:ea typeface="Arial"/>
                <a:cs typeface="Arial"/>
                <a:sym typeface="Arial"/>
              </a:rPr>
              <a:t>Trade activity:</a:t>
            </a:r>
            <a:r>
              <a:rPr b="0" i="0" lang="en-US" sz="1800" u="none" cap="none" strike="noStrike">
                <a:solidFill>
                  <a:schemeClr val="dk1"/>
                </a:solidFill>
                <a:latin typeface="Arial"/>
                <a:ea typeface="Arial"/>
                <a:cs typeface="Arial"/>
                <a:sym typeface="Arial"/>
              </a:rPr>
              <a:t> 14.691K (Unique, cleaned trades).</a:t>
            </a:r>
            <a:endParaRPr/>
          </a:p>
          <a:p>
            <a:pPr indent="0" lvl="0" marL="0" marR="0" rtl="0" algn="l">
              <a:lnSpc>
                <a:spcPct val="100000"/>
              </a:lnSpc>
              <a:spcBef>
                <a:spcPts val="0"/>
              </a:spcBef>
              <a:spcAft>
                <a:spcPts val="0"/>
              </a:spcAft>
              <a:buClr>
                <a:srgbClr val="3F3F3F"/>
              </a:buClr>
              <a:buSzPts val="1800"/>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None/>
            </a:pPr>
            <a:r>
              <a:rPr b="1" i="0" lang="en-US" sz="1800" u="none" cap="none" strike="noStrike">
                <a:solidFill>
                  <a:schemeClr val="dk1"/>
                </a:solidFill>
                <a:latin typeface="Arial"/>
                <a:ea typeface="Arial"/>
                <a:cs typeface="Arial"/>
                <a:sym typeface="Arial"/>
              </a:rPr>
              <a:t>Total Volume:</a:t>
            </a:r>
            <a:r>
              <a:rPr b="0" i="0" lang="en-US" sz="1800" u="none" cap="none" strike="noStrike">
                <a:solidFill>
                  <a:schemeClr val="dk1"/>
                </a:solidFill>
                <a:latin typeface="Arial"/>
                <a:ea typeface="Arial"/>
                <a:cs typeface="Arial"/>
                <a:sym typeface="Arial"/>
              </a:rPr>
              <a:t> 4 Billion (Total shares exchanged).</a:t>
            </a:r>
            <a:endParaRPr/>
          </a:p>
          <a:p>
            <a:pPr indent="0" lvl="0" marL="0" marR="0" rtl="0" algn="l">
              <a:lnSpc>
                <a:spcPct val="100000"/>
              </a:lnSpc>
              <a:spcBef>
                <a:spcPts val="0"/>
              </a:spcBef>
              <a:spcAft>
                <a:spcPts val="0"/>
              </a:spcAft>
              <a:buClr>
                <a:srgbClr val="3F3F3F"/>
              </a:buClr>
              <a:buSzPts val="1800"/>
              <a:buFont typeface="Century Gothic"/>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None/>
            </a:pPr>
            <a:r>
              <a:rPr b="1" i="0" lang="en-US" sz="1800" u="none" cap="none" strike="noStrike">
                <a:solidFill>
                  <a:schemeClr val="dk1"/>
                </a:solidFill>
                <a:latin typeface="Arial"/>
                <a:ea typeface="Arial"/>
                <a:cs typeface="Arial"/>
                <a:sym typeface="Arial"/>
              </a:rPr>
              <a:t>Total Trade Value:</a:t>
            </a:r>
            <a:r>
              <a:rPr b="0" i="0" lang="en-US" sz="1800" u="none" cap="none" strike="noStrike">
                <a:solidFill>
                  <a:schemeClr val="dk1"/>
                </a:solidFill>
                <a:latin typeface="Arial"/>
                <a:ea typeface="Arial"/>
                <a:cs typeface="Arial"/>
                <a:sym typeface="Arial"/>
              </a:rPr>
              <a:t> ₹5.67 Trillion (Total cash flow tracked).</a:t>
            </a:r>
            <a:endParaRPr/>
          </a:p>
          <a:p>
            <a:pPr indent="0" lvl="0" marL="0" marR="0" rtl="0" algn="l">
              <a:lnSpc>
                <a:spcPct val="100000"/>
              </a:lnSpc>
              <a:spcBef>
                <a:spcPts val="0"/>
              </a:spcBef>
              <a:spcAft>
                <a:spcPts val="0"/>
              </a:spcAft>
              <a:buClr>
                <a:srgbClr val="3F3F3F"/>
              </a:buClr>
              <a:buSzPts val="1800"/>
              <a:buFont typeface="Century Gothic"/>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None/>
            </a:pPr>
            <a:r>
              <a:rPr b="1" i="0" lang="en-US" sz="1800" u="none" cap="none" strike="noStrike">
                <a:solidFill>
                  <a:schemeClr val="dk1"/>
                </a:solidFill>
                <a:latin typeface="Arial"/>
                <a:ea typeface="Arial"/>
                <a:cs typeface="Arial"/>
                <a:sym typeface="Arial"/>
              </a:rPr>
              <a:t>Key Takeaway:</a:t>
            </a:r>
            <a:r>
              <a:rPr b="0" i="0" lang="en-US" sz="1800" u="none" cap="none" strike="noStrike">
                <a:solidFill>
                  <a:schemeClr val="dk1"/>
                </a:solidFill>
                <a:latin typeface="Arial"/>
                <a:ea typeface="Arial"/>
                <a:cs typeface="Arial"/>
                <a:sym typeface="Arial"/>
              </a:rPr>
              <a:t> The market shows a high density of trading activity in the Large-cap segment despite having a diverse range of companies.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sp>
        <p:nvSpPr>
          <p:cNvPr id="245" name="Google Shape;245;p33"/>
          <p:cNvSpPr/>
          <p:nvPr/>
        </p:nvSpPr>
        <p:spPr>
          <a:xfrm>
            <a:off x="1862775" y="222425"/>
            <a:ext cx="50769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 Trend Analysis by Volume</a:t>
            </a:r>
            <a:endParaRPr b="1" i="0" sz="3000" u="none" cap="none" strike="noStrike">
              <a:solidFill>
                <a:srgbClr val="FFFFFF"/>
              </a:solidFill>
              <a:latin typeface="Times New Roman"/>
              <a:ea typeface="Times New Roman"/>
              <a:cs typeface="Times New Roman"/>
              <a:sym typeface="Times New Roman"/>
            </a:endParaRPr>
          </a:p>
        </p:txBody>
      </p:sp>
      <p:sp>
        <p:nvSpPr>
          <p:cNvPr id="246" name="Google Shape;246;p33"/>
          <p:cNvSpPr/>
          <p:nvPr/>
        </p:nvSpPr>
        <p:spPr>
          <a:xfrm>
            <a:off x="5378823" y="806824"/>
            <a:ext cx="3559601" cy="3860326"/>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None/>
            </a:pPr>
            <a:r>
              <a:rPr b="1" i="0" lang="en-US" sz="1400" u="none" cap="none" strike="noStrike">
                <a:solidFill>
                  <a:schemeClr val="lt1"/>
                </a:solidFill>
                <a:latin typeface="Times New Roman"/>
                <a:ea typeface="Times New Roman"/>
                <a:cs typeface="Times New Roman"/>
                <a:sym typeface="Times New Roman"/>
              </a:rPr>
              <a:t>Problem Statement:</a:t>
            </a:r>
            <a:r>
              <a:rPr b="0" i="0" lang="en-US" sz="1400" u="none" cap="none" strike="noStrike">
                <a:solidFill>
                  <a:schemeClr val="lt1"/>
                </a:solidFill>
                <a:latin typeface="Times New Roman"/>
                <a:ea typeface="Times New Roman"/>
                <a:cs typeface="Times New Roman"/>
                <a:sym typeface="Times New Roman"/>
              </a:rPr>
              <a:t> Is market interest growing or dying down over the year?</a:t>
            </a:r>
            <a:br>
              <a:rPr b="0" i="0" lang="en-US" sz="1400" u="none" cap="none" strike="noStrike">
                <a:solidFill>
                  <a:schemeClr val="lt1"/>
                </a:solidFill>
                <a:latin typeface="Times New Roman"/>
                <a:ea typeface="Times New Roman"/>
                <a:cs typeface="Times New Roman"/>
                <a:sym typeface="Times New Roman"/>
              </a:rPr>
            </a:br>
            <a:endParaRPr b="0" i="0" sz="14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Data Used:</a:t>
            </a:r>
            <a:r>
              <a:rPr b="0" i="0" lang="en-US" sz="1400" u="none" cap="none" strike="noStrike">
                <a:solidFill>
                  <a:schemeClr val="lt1"/>
                </a:solidFill>
                <a:latin typeface="Times New Roman"/>
                <a:ea typeface="Times New Roman"/>
                <a:cs typeface="Times New Roman"/>
                <a:sym typeface="Times New Roman"/>
              </a:rPr>
              <a:t> Time (Months) and Total Trading Volume.</a:t>
            </a:r>
            <a:br>
              <a:rPr b="0" i="0" lang="en-US" sz="1400" u="none" cap="none" strike="noStrike">
                <a:solidFill>
                  <a:schemeClr val="lt1"/>
                </a:solidFill>
                <a:latin typeface="Times New Roman"/>
                <a:ea typeface="Times New Roman"/>
                <a:cs typeface="Times New Roman"/>
                <a:sym typeface="Times New Roman"/>
              </a:rPr>
            </a:br>
            <a:endParaRPr b="0" i="0" sz="14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 </a:t>
            </a:r>
            <a:r>
              <a:rPr b="0" i="0" lang="en-US" sz="1400" u="none" cap="none" strike="noStrike">
                <a:solidFill>
                  <a:schemeClr val="lt1"/>
                </a:solidFill>
                <a:latin typeface="Times New Roman"/>
                <a:ea typeface="Times New Roman"/>
                <a:cs typeface="Times New Roman"/>
                <a:sym typeface="Times New Roman"/>
              </a:rPr>
              <a:t>A </a:t>
            </a:r>
            <a:r>
              <a:rPr b="1" i="0" lang="en-US" sz="1400" u="none" cap="none" strike="noStrike">
                <a:solidFill>
                  <a:schemeClr val="lt1"/>
                </a:solidFill>
                <a:latin typeface="Times New Roman"/>
                <a:ea typeface="Times New Roman"/>
                <a:cs typeface="Times New Roman"/>
                <a:sym typeface="Times New Roman"/>
              </a:rPr>
              <a:t>Line Chart</a:t>
            </a:r>
            <a:r>
              <a:rPr b="0" i="0" lang="en-US" sz="1400" u="none" cap="none" strike="noStrike">
                <a:solidFill>
                  <a:schemeClr val="lt1"/>
                </a:solidFill>
                <a:latin typeface="Times New Roman"/>
                <a:ea typeface="Times New Roman"/>
                <a:cs typeface="Times New Roman"/>
                <a:sym typeface="Times New Roman"/>
              </a:rPr>
              <a:t> is the gold standard for "time-series" data. It highlights peaks (August) and troughs (February) to show seasonality.</a:t>
            </a:r>
            <a:br>
              <a:rPr b="0" i="0" lang="en-US" sz="1400" u="none" cap="none" strike="noStrike">
                <a:solidFill>
                  <a:schemeClr val="lt1"/>
                </a:solidFill>
                <a:latin typeface="Times New Roman"/>
                <a:ea typeface="Times New Roman"/>
                <a:cs typeface="Times New Roman"/>
                <a:sym typeface="Times New Roman"/>
              </a:rPr>
            </a:br>
            <a:endParaRPr b="0" i="0" sz="14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400" u="none" cap="none" strike="noStrike">
                <a:solidFill>
                  <a:schemeClr val="lt1"/>
                </a:solidFill>
                <a:latin typeface="Times New Roman"/>
                <a:ea typeface="Times New Roman"/>
                <a:cs typeface="Times New Roman"/>
                <a:sym typeface="Times New Roman"/>
              </a:rPr>
              <a:t>Insight:</a:t>
            </a:r>
            <a:r>
              <a:rPr b="0" i="0" lang="en-US" sz="1400" u="none" cap="none" strike="noStrike">
                <a:solidFill>
                  <a:schemeClr val="lt1"/>
                </a:solidFill>
                <a:latin typeface="Times New Roman"/>
                <a:ea typeface="Times New Roman"/>
                <a:cs typeface="Times New Roman"/>
                <a:sym typeface="Times New Roman"/>
              </a:rPr>
              <a:t> There is a massive surge in volume during July/August and October, indicating "earnings season" or major policy shifts during those months.</a:t>
            </a:r>
            <a:endParaRPr b="0" i="0" sz="1400" u="none" cap="none" strike="noStrike">
              <a:solidFill>
                <a:schemeClr val="lt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Century Gothic"/>
              <a:buNone/>
            </a:pPr>
            <a:r>
              <a:t/>
            </a:r>
            <a:endParaRPr b="1" i="0" sz="1800" u="none" cap="none" strike="noStrike">
              <a:solidFill>
                <a:schemeClr val="dk1"/>
              </a:solidFill>
              <a:latin typeface="Times New Roman"/>
              <a:ea typeface="Times New Roman"/>
              <a:cs typeface="Times New Roman"/>
              <a:sym typeface="Times New Roman"/>
            </a:endParaRPr>
          </a:p>
        </p:txBody>
      </p:sp>
      <p:pic>
        <p:nvPicPr>
          <p:cNvPr id="247" name="Google Shape;247;p33"/>
          <p:cNvPicPr preferRelativeResize="0"/>
          <p:nvPr/>
        </p:nvPicPr>
        <p:blipFill rotWithShape="1">
          <a:blip r:embed="rId4">
            <a:alphaModFix/>
          </a:blip>
          <a:srcRect b="0" l="0" r="0" t="0"/>
          <a:stretch/>
        </p:blipFill>
        <p:spPr>
          <a:xfrm>
            <a:off x="121040" y="986975"/>
            <a:ext cx="5076925" cy="3169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34"/>
          <p:cNvSpPr/>
          <p:nvPr/>
        </p:nvSpPr>
        <p:spPr>
          <a:xfrm>
            <a:off x="542150" y="375350"/>
            <a:ext cx="76458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chemeClr val="dk1"/>
              </a:buClr>
              <a:buSzPts val="3000"/>
              <a:buFont typeface="Maven Pro"/>
              <a:buNone/>
            </a:pPr>
            <a:r>
              <a:rPr b="0" i="0" lang="en-US" sz="3000" u="none" cap="none" strike="noStrike">
                <a:solidFill>
                  <a:schemeClr val="dk1"/>
                </a:solidFill>
                <a:latin typeface="Maven Pro"/>
                <a:ea typeface="Maven Pro"/>
                <a:cs typeface="Maven Pro"/>
                <a:sym typeface="Maven Pro"/>
              </a:rPr>
              <a:t>Top High Liquidity Stocks and Implications</a:t>
            </a:r>
            <a:endParaRPr b="0" i="0" sz="3000" u="none" cap="none" strike="noStrike">
              <a:solidFill>
                <a:srgbClr val="FFFFFF"/>
              </a:solidFill>
              <a:latin typeface="Noto Sans Symbols"/>
              <a:ea typeface="Noto Sans Symbols"/>
              <a:cs typeface="Noto Sans Symbols"/>
              <a:sym typeface="Noto Sans Symbols"/>
            </a:endParaRPr>
          </a:p>
        </p:txBody>
      </p:sp>
      <p:sp>
        <p:nvSpPr>
          <p:cNvPr id="253" name="Google Shape;253;p34"/>
          <p:cNvSpPr/>
          <p:nvPr/>
        </p:nvSpPr>
        <p:spPr>
          <a:xfrm>
            <a:off x="4629150" y="796066"/>
            <a:ext cx="4334650" cy="4270786"/>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None/>
            </a:pPr>
            <a:r>
              <a:rPr b="1" i="0" lang="en-US" sz="1800" u="none" cap="none" strike="noStrike">
                <a:solidFill>
                  <a:schemeClr val="lt1"/>
                </a:solidFill>
                <a:latin typeface="Times New Roman"/>
                <a:ea typeface="Times New Roman"/>
                <a:cs typeface="Times New Roman"/>
                <a:sym typeface="Times New Roman"/>
              </a:rPr>
              <a:t>Problem Statement:</a:t>
            </a:r>
            <a:r>
              <a:rPr b="0" i="0" lang="en-US" sz="1800" u="none" cap="none" strike="noStrike">
                <a:solidFill>
                  <a:schemeClr val="lt1"/>
                </a:solidFill>
                <a:latin typeface="Times New Roman"/>
                <a:ea typeface="Times New Roman"/>
                <a:cs typeface="Times New Roman"/>
                <a:sym typeface="Times New Roman"/>
              </a:rPr>
              <a:t> Which stocks are the easiest to buy and sell right now?</a:t>
            </a:r>
            <a:endParaRPr b="0" i="0" sz="1800" u="none" cap="none" strike="noStrike">
              <a:solidFill>
                <a:schemeClr val="lt1"/>
              </a:solidFill>
              <a:latin typeface="Times New Roman"/>
              <a:ea typeface="Times New Roman"/>
              <a:cs typeface="Times New Roman"/>
              <a:sym typeface="Times New Roman"/>
            </a:endParaRPr>
          </a:p>
          <a:p>
            <a:pPr indent="0" lvl="0" marL="457200" marR="0" rtl="0" algn="l">
              <a:spcBef>
                <a:spcPts val="1400"/>
              </a:spcBef>
              <a:spcAft>
                <a:spcPts val="0"/>
              </a:spcAft>
              <a:buClr>
                <a:schemeClr val="dk1"/>
              </a:buClr>
              <a:buSzPts val="1800"/>
              <a:buFont typeface="Century Gothic"/>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Data Used:</a:t>
            </a:r>
            <a:r>
              <a:rPr b="0" i="0" lang="en-US" sz="1800" u="none" cap="none" strike="noStrike">
                <a:solidFill>
                  <a:schemeClr val="lt1"/>
                </a:solidFill>
                <a:latin typeface="Times New Roman"/>
                <a:ea typeface="Times New Roman"/>
                <a:cs typeface="Times New Roman"/>
                <a:sym typeface="Times New Roman"/>
              </a:rPr>
              <a:t> Individual Stock Names and Trading Volume (in Millions).</a:t>
            </a:r>
            <a:endParaRPr b="0" i="0" sz="18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800"/>
              <a:buFont typeface="Century Gothic"/>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A </a:t>
            </a:r>
            <a:r>
              <a:rPr b="1" i="0" lang="en-US" sz="1800" u="none" cap="none" strike="noStrike">
                <a:solidFill>
                  <a:schemeClr val="lt1"/>
                </a:solidFill>
                <a:latin typeface="Times New Roman"/>
                <a:ea typeface="Times New Roman"/>
                <a:cs typeface="Times New Roman"/>
                <a:sym typeface="Times New Roman"/>
              </a:rPr>
              <a:t>Horizontal Bar Chart</a:t>
            </a:r>
            <a:r>
              <a:rPr b="0" i="0" lang="en-US" sz="1800" u="none" cap="none" strike="noStrike">
                <a:solidFill>
                  <a:schemeClr val="lt1"/>
                </a:solidFill>
                <a:latin typeface="Times New Roman"/>
                <a:ea typeface="Times New Roman"/>
                <a:cs typeface="Times New Roman"/>
                <a:sym typeface="Times New Roman"/>
              </a:rPr>
              <a:t> is best for ranking. It allows for long company names to be read easily while showing the gap between the #1 and #5 spots.</a:t>
            </a:r>
            <a:endParaRPr b="0" i="0" sz="18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800"/>
              <a:buFont typeface="Century Gothic"/>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Insight:</a:t>
            </a:r>
            <a:r>
              <a:rPr b="0" i="0" lang="en-US" sz="1800" u="none" cap="none" strike="noStrike">
                <a:solidFill>
                  <a:schemeClr val="lt1"/>
                </a:solidFill>
                <a:latin typeface="Times New Roman"/>
                <a:ea typeface="Times New Roman"/>
                <a:cs typeface="Times New Roman"/>
                <a:sym typeface="Times New Roman"/>
              </a:rPr>
              <a:t> Vodafone Idea and RVNL are leading the market in activity, suggesting high retail interest or news-driven trading.</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200"/>
              <a:buFont typeface="Century Gothic"/>
              <a:buNone/>
            </a:pPr>
            <a:r>
              <a:t/>
            </a:r>
            <a:endParaRPr b="0" i="0" sz="1200" u="none" cap="none" strike="noStrike">
              <a:solidFill>
                <a:schemeClr val="lt1"/>
              </a:solidFill>
              <a:latin typeface="Maven Pro"/>
              <a:ea typeface="Maven Pro"/>
              <a:cs typeface="Maven Pro"/>
              <a:sym typeface="Maven Pro"/>
            </a:endParaRPr>
          </a:p>
        </p:txBody>
      </p:sp>
      <p:pic>
        <p:nvPicPr>
          <p:cNvPr id="254" name="Google Shape;254;p34"/>
          <p:cNvPicPr preferRelativeResize="0"/>
          <p:nvPr/>
        </p:nvPicPr>
        <p:blipFill rotWithShape="1">
          <a:blip r:embed="rId4">
            <a:alphaModFix/>
          </a:blip>
          <a:srcRect b="0" l="0" r="0" t="0"/>
          <a:stretch/>
        </p:blipFill>
        <p:spPr>
          <a:xfrm>
            <a:off x="180200" y="1584250"/>
            <a:ext cx="4448950" cy="2905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sp>
        <p:nvSpPr>
          <p:cNvPr id="259" name="Google Shape;259;p35"/>
          <p:cNvSpPr/>
          <p:nvPr/>
        </p:nvSpPr>
        <p:spPr>
          <a:xfrm>
            <a:off x="1779375" y="208525"/>
            <a:ext cx="50769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chemeClr val="dk1"/>
              </a:buClr>
              <a:buSzPts val="3000"/>
              <a:buFont typeface="Times New Roman"/>
              <a:buNone/>
            </a:pPr>
            <a:r>
              <a:rPr b="1" i="0" lang="en-US" sz="3000" u="none" cap="none" strike="noStrike">
                <a:solidFill>
                  <a:schemeClr val="dk1"/>
                </a:solidFill>
                <a:latin typeface="Times New Roman"/>
                <a:ea typeface="Times New Roman"/>
                <a:cs typeface="Times New Roman"/>
                <a:sym typeface="Times New Roman"/>
              </a:rPr>
              <a:t>Market Cap by Trade Value</a:t>
            </a:r>
            <a:endParaRPr b="1" i="0" sz="3000" u="none" cap="none" strike="noStrike">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chemeClr val="dk1"/>
              </a:buClr>
              <a:buSzPts val="3000"/>
              <a:buFont typeface="Century Gothic"/>
              <a:buNone/>
            </a:pPr>
            <a:r>
              <a:t/>
            </a:r>
            <a:endParaRPr b="0" i="0" sz="3000" u="none" cap="none" strike="noStrike">
              <a:solidFill>
                <a:schemeClr val="dk1"/>
              </a:solidFill>
              <a:latin typeface="Maven Pro"/>
              <a:ea typeface="Maven Pro"/>
              <a:cs typeface="Maven Pro"/>
              <a:sym typeface="Maven Pro"/>
            </a:endParaRPr>
          </a:p>
        </p:txBody>
      </p:sp>
      <p:sp>
        <p:nvSpPr>
          <p:cNvPr id="260" name="Google Shape;260;p35"/>
          <p:cNvSpPr/>
          <p:nvPr/>
        </p:nvSpPr>
        <p:spPr>
          <a:xfrm>
            <a:off x="4776000" y="688489"/>
            <a:ext cx="4162425" cy="3978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00"/>
              </a:spcBef>
              <a:spcAft>
                <a:spcPts val="0"/>
              </a:spcAft>
              <a:buClr>
                <a:srgbClr val="FF9900"/>
              </a:buClr>
              <a:buSzPts val="1200"/>
              <a:buFont typeface="Noto Sans Symbols"/>
              <a:buChar char="●"/>
            </a:pPr>
            <a:r>
              <a:rPr b="1" i="0" lang="en-US" sz="1600" u="none" cap="none" strike="noStrike">
                <a:solidFill>
                  <a:schemeClr val="lt1"/>
                </a:solidFill>
                <a:latin typeface="Times New Roman"/>
                <a:ea typeface="Times New Roman"/>
                <a:cs typeface="Times New Roman"/>
                <a:sym typeface="Times New Roman"/>
              </a:rPr>
              <a:t>Problem Statement: Where is the most money being spent: Big, Medium, or Small companies?</a:t>
            </a:r>
            <a:endParaRPr b="1" i="0" sz="16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rgbClr val="FF9900"/>
              </a:buClr>
              <a:buSzPts val="1200"/>
              <a:buFont typeface="Noto Sans Symbols"/>
              <a:buChar char="●"/>
            </a:pPr>
            <a:r>
              <a:rPr b="1" i="0" lang="en-US" sz="1600" u="none" cap="none" strike="noStrike">
                <a:solidFill>
                  <a:schemeClr val="lt1"/>
                </a:solidFill>
                <a:latin typeface="Times New Roman"/>
                <a:ea typeface="Times New Roman"/>
                <a:cs typeface="Times New Roman"/>
                <a:sym typeface="Times New Roman"/>
              </a:rPr>
              <a:t>Data Used: Market Cap category and % Share of Total Value.</a:t>
            </a:r>
            <a:endParaRPr b="1" i="0" sz="16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rgbClr val="FF9900"/>
              </a:buClr>
              <a:buSzPts val="1200"/>
              <a:buFont typeface="Noto Sans Symbols"/>
              <a:buChar char="●"/>
            </a:pPr>
            <a:r>
              <a:rPr b="1" i="0" lang="en-US" sz="1600" u="none" cap="none" strike="noStrike">
                <a:solidFill>
                  <a:schemeClr val="lt1"/>
                </a:solidFill>
                <a:latin typeface="Times New Roman"/>
                <a:ea typeface="Times New Roman"/>
                <a:cs typeface="Times New Roman"/>
                <a:sym typeface="Times New Roman"/>
              </a:rPr>
              <a:t>A Pie Chart effectively shows "parts of a whole." It answers: "Does one segment dominate the entire market's wallet?"</a:t>
            </a:r>
            <a:endParaRPr b="1" i="0" sz="16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rgbClr val="FF9900"/>
              </a:buClr>
              <a:buSzPts val="1200"/>
              <a:buFont typeface="Noto Sans Symbols"/>
              <a:buChar char="●"/>
            </a:pPr>
            <a:r>
              <a:rPr b="1" i="0" lang="en-US" sz="1600" u="none" cap="none" strike="noStrike">
                <a:solidFill>
                  <a:schemeClr val="lt1"/>
                </a:solidFill>
                <a:latin typeface="Times New Roman"/>
                <a:ea typeface="Times New Roman"/>
                <a:cs typeface="Times New Roman"/>
                <a:sym typeface="Times New Roman"/>
              </a:rPr>
              <a:t>Insight: Large-cap stocks command nearly half (43%) of the market's money, showing that investors still prefer safety over high-risk small caps</a:t>
            </a:r>
            <a:r>
              <a:rPr b="1" i="0" lang="en-US" sz="1800" u="none" cap="none" strike="noStrike">
                <a:solidFill>
                  <a:srgbClr val="FF9900"/>
                </a:solidFill>
                <a:latin typeface="Times New Roman"/>
                <a:ea typeface="Times New Roman"/>
                <a:cs typeface="Times New Roman"/>
                <a:sym typeface="Times New Roman"/>
              </a:rPr>
              <a:t>.</a:t>
            </a:r>
            <a:endParaRPr b="1" i="0" sz="1800" u="none" cap="none" strike="noStrike">
              <a:solidFill>
                <a:srgbClr val="FF99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Century Gothic"/>
              <a:buNone/>
            </a:pPr>
            <a:r>
              <a:t/>
            </a:r>
            <a:endParaRPr b="1" i="0" sz="1800" u="none" cap="none" strike="noStrike">
              <a:solidFill>
                <a:srgbClr val="FF9900"/>
              </a:solidFill>
              <a:latin typeface="Times New Roman"/>
              <a:ea typeface="Times New Roman"/>
              <a:cs typeface="Times New Roman"/>
              <a:sym typeface="Times New Roman"/>
            </a:endParaRPr>
          </a:p>
        </p:txBody>
      </p:sp>
      <p:pic>
        <p:nvPicPr>
          <p:cNvPr id="261" name="Google Shape;261;p35"/>
          <p:cNvPicPr preferRelativeResize="0"/>
          <p:nvPr/>
        </p:nvPicPr>
        <p:blipFill rotWithShape="1">
          <a:blip r:embed="rId4">
            <a:alphaModFix/>
          </a:blip>
          <a:srcRect b="0" l="0" r="0" t="0"/>
          <a:stretch/>
        </p:blipFill>
        <p:spPr>
          <a:xfrm>
            <a:off x="277525" y="1136707"/>
            <a:ext cx="4162425" cy="3219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sp>
        <p:nvSpPr>
          <p:cNvPr id="266" name="Google Shape;266;p36"/>
          <p:cNvSpPr/>
          <p:nvPr/>
        </p:nvSpPr>
        <p:spPr>
          <a:xfrm>
            <a:off x="1862775" y="222425"/>
            <a:ext cx="57552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Return Generated by Sector</a:t>
            </a:r>
            <a:endParaRPr b="1" i="0" sz="3000" u="none" cap="none" strike="noStrike">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3000"/>
              <a:buFont typeface="Arial"/>
              <a:buNone/>
            </a:pPr>
            <a:r>
              <a:t/>
            </a:r>
            <a:endParaRPr b="1" i="0" sz="3000" u="none" cap="none" strike="noStrike">
              <a:solidFill>
                <a:schemeClr val="dk1"/>
              </a:solidFill>
              <a:latin typeface="Times New Roman"/>
              <a:ea typeface="Times New Roman"/>
              <a:cs typeface="Times New Roman"/>
              <a:sym typeface="Times New Roman"/>
            </a:endParaRPr>
          </a:p>
        </p:txBody>
      </p:sp>
      <p:sp>
        <p:nvSpPr>
          <p:cNvPr id="267" name="Google Shape;267;p36"/>
          <p:cNvSpPr/>
          <p:nvPr/>
        </p:nvSpPr>
        <p:spPr>
          <a:xfrm>
            <a:off x="5228216" y="710004"/>
            <a:ext cx="3915783" cy="3957145"/>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None/>
            </a:pPr>
            <a:r>
              <a:rPr b="1" i="0" lang="en-US" sz="1600" u="none" cap="none" strike="noStrike">
                <a:solidFill>
                  <a:schemeClr val="lt1"/>
                </a:solidFill>
                <a:latin typeface="Times New Roman"/>
                <a:ea typeface="Times New Roman"/>
                <a:cs typeface="Times New Roman"/>
                <a:sym typeface="Times New Roman"/>
              </a:rPr>
              <a:t>Problem Statement:</a:t>
            </a:r>
            <a:r>
              <a:rPr b="0" i="0" lang="en-US" sz="1600" u="none" cap="none" strike="noStrike">
                <a:solidFill>
                  <a:schemeClr val="lt1"/>
                </a:solidFill>
                <a:latin typeface="Times New Roman"/>
                <a:ea typeface="Times New Roman"/>
                <a:cs typeface="Times New Roman"/>
                <a:sym typeface="Times New Roman"/>
              </a:rPr>
              <a:t> Which industries are making money and which are losing it?</a:t>
            </a:r>
            <a:endParaRPr/>
          </a:p>
          <a:p>
            <a:pPr indent="0" lvl="0" marL="0" marR="0" rtl="0" algn="l">
              <a:spcBef>
                <a:spcPts val="1400"/>
              </a:spcBef>
              <a:spcAft>
                <a:spcPts val="0"/>
              </a:spcAft>
              <a:buNone/>
            </a:pPr>
            <a:r>
              <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Data Used:</a:t>
            </a:r>
            <a:r>
              <a:rPr b="0" i="0" lang="en-US" sz="1600" u="none" cap="none" strike="noStrike">
                <a:solidFill>
                  <a:schemeClr val="lt1"/>
                </a:solidFill>
                <a:latin typeface="Times New Roman"/>
                <a:ea typeface="Times New Roman"/>
                <a:cs typeface="Times New Roman"/>
                <a:sym typeface="Times New Roman"/>
              </a:rPr>
              <a:t> Sector Names and Daily Returns percentage</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600"/>
              <a:buFont typeface="Century Gothic"/>
              <a:buNone/>
            </a:pPr>
            <a:r>
              <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A </a:t>
            </a:r>
            <a:r>
              <a:rPr b="1" i="0" lang="en-US" sz="1600" u="none" cap="none" strike="noStrike">
                <a:solidFill>
                  <a:schemeClr val="lt1"/>
                </a:solidFill>
                <a:latin typeface="Times New Roman"/>
                <a:ea typeface="Times New Roman"/>
                <a:cs typeface="Times New Roman"/>
                <a:sym typeface="Times New Roman"/>
              </a:rPr>
              <a:t>Diverging Bar Chart</a:t>
            </a:r>
            <a:r>
              <a:rPr b="0" i="0" lang="en-US" sz="1600" u="none" cap="none" strike="noStrike">
                <a:solidFill>
                  <a:schemeClr val="lt1"/>
                </a:solidFill>
                <a:latin typeface="Times New Roman"/>
                <a:ea typeface="Times New Roman"/>
                <a:cs typeface="Times New Roman"/>
                <a:sym typeface="Times New Roman"/>
              </a:rPr>
              <a:t> (with a center zero line) is perfect for showing profit vs. loss. Red bars pointing down immediately signal trouble.</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600"/>
              <a:buFont typeface="Century Gothic"/>
              <a:buNone/>
            </a:pPr>
            <a:r>
              <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Insight:</a:t>
            </a:r>
            <a:r>
              <a:rPr b="0" i="0" lang="en-US" sz="1600" u="none" cap="none" strike="noStrike">
                <a:solidFill>
                  <a:schemeClr val="lt1"/>
                </a:solidFill>
                <a:latin typeface="Times New Roman"/>
                <a:ea typeface="Times New Roman"/>
                <a:cs typeface="Times New Roman"/>
                <a:sym typeface="Times New Roman"/>
              </a:rPr>
              <a:t> Infrastructure and Banking are the "engines" of growth, while Auto and IT are currently in a significant downturn.</a:t>
            </a:r>
            <a:endParaRPr b="0" i="0" sz="1600" u="none" cap="none" strike="noStrike">
              <a:solidFill>
                <a:schemeClr val="lt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Century Gothic"/>
              <a:buNone/>
            </a:pPr>
            <a:r>
              <a:t/>
            </a:r>
            <a:endParaRPr b="1" i="0" sz="1800" u="none" cap="none" strike="noStrike">
              <a:solidFill>
                <a:schemeClr val="dk1"/>
              </a:solidFill>
              <a:highlight>
                <a:schemeClr val="accent4"/>
              </a:highlight>
              <a:latin typeface="Times New Roman"/>
              <a:ea typeface="Times New Roman"/>
              <a:cs typeface="Times New Roman"/>
              <a:sym typeface="Times New Roman"/>
            </a:endParaRPr>
          </a:p>
        </p:txBody>
      </p:sp>
      <p:pic>
        <p:nvPicPr>
          <p:cNvPr id="268" name="Google Shape;268;p36"/>
          <p:cNvPicPr preferRelativeResize="0"/>
          <p:nvPr/>
        </p:nvPicPr>
        <p:blipFill rotWithShape="1">
          <a:blip r:embed="rId4">
            <a:alphaModFix/>
          </a:blip>
          <a:srcRect b="0" l="0" r="0" t="0"/>
          <a:stretch/>
        </p:blipFill>
        <p:spPr>
          <a:xfrm>
            <a:off x="0" y="1053463"/>
            <a:ext cx="5143500" cy="3686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37"/>
          <p:cNvSpPr/>
          <p:nvPr/>
        </p:nvSpPr>
        <p:spPr>
          <a:xfrm>
            <a:off x="1737675" y="166825"/>
            <a:ext cx="50880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Sector Volatility Distribution</a:t>
            </a:r>
            <a:endParaRPr b="1" i="0" sz="3000" u="none" cap="none" strike="noStrike">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3000"/>
              <a:buFont typeface="Arial"/>
              <a:buNone/>
            </a:pPr>
            <a:r>
              <a:t/>
            </a:r>
            <a:endParaRPr b="1" i="0" sz="3000" u="none" cap="none" strike="noStrike">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3000"/>
              <a:buFont typeface="Arial"/>
              <a:buNone/>
            </a:pPr>
            <a:r>
              <a:t/>
            </a:r>
            <a:endParaRPr b="1" i="0" sz="3000" u="none" cap="none" strike="noStrike">
              <a:solidFill>
                <a:schemeClr val="dk1"/>
              </a:solidFill>
              <a:latin typeface="Times New Roman"/>
              <a:ea typeface="Times New Roman"/>
              <a:cs typeface="Times New Roman"/>
              <a:sym typeface="Times New Roman"/>
            </a:endParaRPr>
          </a:p>
        </p:txBody>
      </p:sp>
      <p:sp>
        <p:nvSpPr>
          <p:cNvPr id="274" name="Google Shape;274;p37"/>
          <p:cNvSpPr/>
          <p:nvPr/>
        </p:nvSpPr>
        <p:spPr>
          <a:xfrm>
            <a:off x="4647304" y="774551"/>
            <a:ext cx="4496696" cy="4155862"/>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None/>
            </a:pPr>
            <a:r>
              <a:rPr b="1" i="0" lang="en-US" sz="1800" u="none" cap="none" strike="noStrike">
                <a:solidFill>
                  <a:schemeClr val="lt1"/>
                </a:solidFill>
                <a:latin typeface="Times New Roman"/>
                <a:ea typeface="Times New Roman"/>
                <a:cs typeface="Times New Roman"/>
                <a:sym typeface="Times New Roman"/>
              </a:rPr>
              <a:t>Problem Statement:</a:t>
            </a:r>
            <a:r>
              <a:rPr b="0" i="0" lang="en-US" sz="1800" u="none" cap="none" strike="noStrike">
                <a:solidFill>
                  <a:schemeClr val="lt1"/>
                </a:solidFill>
                <a:latin typeface="Times New Roman"/>
                <a:ea typeface="Times New Roman"/>
                <a:cs typeface="Times New Roman"/>
                <a:sym typeface="Times New Roman"/>
              </a:rPr>
              <a:t> How "bumpy" or risky is the current market?</a:t>
            </a:r>
            <a:br>
              <a:rPr b="0" i="0" lang="en-US" sz="1800" u="none" cap="none" strike="noStrike">
                <a:solidFill>
                  <a:schemeClr val="lt1"/>
                </a:solidFill>
                <a:latin typeface="Times New Roman"/>
                <a:ea typeface="Times New Roman"/>
                <a:cs typeface="Times New Roman"/>
                <a:sym typeface="Times New Roman"/>
              </a:rPr>
            </a:b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Data Used:</a:t>
            </a:r>
            <a:r>
              <a:rPr b="0" i="0" lang="en-US" sz="1800" u="none" cap="none" strike="noStrike">
                <a:solidFill>
                  <a:schemeClr val="lt1"/>
                </a:solidFill>
                <a:latin typeface="Times New Roman"/>
                <a:ea typeface="Times New Roman"/>
                <a:cs typeface="Times New Roman"/>
                <a:sym typeface="Times New Roman"/>
              </a:rPr>
              <a:t> Risk levels (Low, Medium, High) based on price swings.</a:t>
            </a:r>
            <a:br>
              <a:rPr b="0" i="0" lang="en-US" sz="1800" u="none" cap="none" strike="noStrike">
                <a:solidFill>
                  <a:schemeClr val="lt1"/>
                </a:solidFill>
                <a:latin typeface="Times New Roman"/>
                <a:ea typeface="Times New Roman"/>
                <a:cs typeface="Times New Roman"/>
                <a:sym typeface="Times New Roman"/>
              </a:rPr>
            </a:b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A </a:t>
            </a:r>
            <a:r>
              <a:rPr b="1" i="0" lang="en-US" sz="1800" u="none" cap="none" strike="noStrike">
                <a:solidFill>
                  <a:schemeClr val="lt1"/>
                </a:solidFill>
                <a:latin typeface="Times New Roman"/>
                <a:ea typeface="Times New Roman"/>
                <a:cs typeface="Times New Roman"/>
                <a:sym typeface="Times New Roman"/>
              </a:rPr>
              <a:t>Donut Chart</a:t>
            </a:r>
            <a:r>
              <a:rPr b="0" i="0" lang="en-US" sz="1800" u="none" cap="none" strike="noStrike">
                <a:solidFill>
                  <a:schemeClr val="lt1"/>
                </a:solidFill>
                <a:latin typeface="Times New Roman"/>
                <a:ea typeface="Times New Roman"/>
                <a:cs typeface="Times New Roman"/>
                <a:sym typeface="Times New Roman"/>
              </a:rPr>
              <a:t> provides a modern look at proportions while leaving the center open for a "total" summary or a clean visual break.</a:t>
            </a:r>
            <a:br>
              <a:rPr b="0" i="0" lang="en-US" sz="1800" u="none" cap="none" strike="noStrike">
                <a:solidFill>
                  <a:schemeClr val="lt1"/>
                </a:solidFill>
                <a:latin typeface="Times New Roman"/>
                <a:ea typeface="Times New Roman"/>
                <a:cs typeface="Times New Roman"/>
                <a:sym typeface="Times New Roman"/>
              </a:rPr>
            </a:b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Insight:</a:t>
            </a:r>
            <a:r>
              <a:rPr b="0" i="0" lang="en-US" sz="1800" u="none" cap="none" strike="noStrike">
                <a:solidFill>
                  <a:schemeClr val="lt1"/>
                </a:solidFill>
                <a:latin typeface="Times New Roman"/>
                <a:ea typeface="Times New Roman"/>
                <a:cs typeface="Times New Roman"/>
                <a:sym typeface="Times New Roman"/>
              </a:rPr>
              <a:t> The market is dominated by Medium to High volatility (blue and orange sections), suggesting a "Trader's Market" rather than a stable "Investor's Market."</a:t>
            </a:r>
            <a:endParaRPr b="0" i="0" sz="1800" u="none" cap="none" strike="noStrike">
              <a:solidFill>
                <a:schemeClr val="lt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Century Gothic"/>
              <a:buNone/>
            </a:pPr>
            <a:r>
              <a:t/>
            </a:r>
            <a:endParaRPr b="1" i="0" sz="1800" u="none" cap="none" strike="noStrike">
              <a:solidFill>
                <a:schemeClr val="dk1"/>
              </a:solidFill>
              <a:latin typeface="Times New Roman"/>
              <a:ea typeface="Times New Roman"/>
              <a:cs typeface="Times New Roman"/>
              <a:sym typeface="Times New Roman"/>
            </a:endParaRPr>
          </a:p>
        </p:txBody>
      </p:sp>
      <p:pic>
        <p:nvPicPr>
          <p:cNvPr id="275" name="Google Shape;275;p37"/>
          <p:cNvPicPr preferRelativeResize="0"/>
          <p:nvPr/>
        </p:nvPicPr>
        <p:blipFill rotWithShape="1">
          <a:blip r:embed="rId4">
            <a:alphaModFix/>
          </a:blip>
          <a:srcRect b="0" l="0" r="0" t="0"/>
          <a:stretch/>
        </p:blipFill>
        <p:spPr>
          <a:xfrm>
            <a:off x="198225" y="939814"/>
            <a:ext cx="4373775" cy="3990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9" name="Shape 279"/>
        <p:cNvGrpSpPr/>
        <p:nvPr/>
      </p:nvGrpSpPr>
      <p:grpSpPr>
        <a:xfrm>
          <a:off x="0" y="0"/>
          <a:ext cx="0" cy="0"/>
          <a:chOff x="0" y="0"/>
          <a:chExt cx="0" cy="0"/>
        </a:xfrm>
      </p:grpSpPr>
      <p:sp>
        <p:nvSpPr>
          <p:cNvPr id="280" name="Google Shape;280;p38"/>
          <p:cNvSpPr/>
          <p:nvPr/>
        </p:nvSpPr>
        <p:spPr>
          <a:xfrm>
            <a:off x="1862775" y="222425"/>
            <a:ext cx="57552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Trading activity by Market Cap</a:t>
            </a:r>
            <a:endParaRPr b="1" i="0" sz="3000" u="none" cap="none" strike="noStrike">
              <a:solidFill>
                <a:schemeClr val="dk1"/>
              </a:solidFill>
              <a:latin typeface="Times New Roman"/>
              <a:ea typeface="Times New Roman"/>
              <a:cs typeface="Times New Roman"/>
              <a:sym typeface="Times New Roman"/>
            </a:endParaRPr>
          </a:p>
        </p:txBody>
      </p:sp>
      <p:sp>
        <p:nvSpPr>
          <p:cNvPr id="281" name="Google Shape;281;p38"/>
          <p:cNvSpPr/>
          <p:nvPr/>
        </p:nvSpPr>
        <p:spPr>
          <a:xfrm>
            <a:off x="4658061" y="774551"/>
            <a:ext cx="4280364" cy="4368949"/>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None/>
            </a:pPr>
            <a:r>
              <a:rPr b="1" i="0" lang="en-US" sz="1600" u="none" cap="none" strike="noStrike">
                <a:solidFill>
                  <a:schemeClr val="lt1"/>
                </a:solidFill>
                <a:latin typeface="Times New Roman"/>
                <a:ea typeface="Times New Roman"/>
                <a:cs typeface="Times New Roman"/>
                <a:sym typeface="Times New Roman"/>
              </a:rPr>
              <a:t>Problem Statement:</a:t>
            </a:r>
            <a:r>
              <a:rPr b="0" i="0" lang="en-US" sz="1600" u="none" cap="none" strike="noStrike">
                <a:solidFill>
                  <a:schemeClr val="lt1"/>
                </a:solidFill>
                <a:latin typeface="Times New Roman"/>
                <a:ea typeface="Times New Roman"/>
                <a:cs typeface="Times New Roman"/>
                <a:sym typeface="Times New Roman"/>
              </a:rPr>
              <a:t> Is the market "busy" with many small trades or "heavy" with few big trades?</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1400"/>
              </a:spcBef>
              <a:spcAft>
                <a:spcPts val="0"/>
              </a:spcAft>
              <a:buClr>
                <a:schemeClr val="dk1"/>
              </a:buClr>
              <a:buSzPts val="1600"/>
              <a:buFont typeface="Century Gothic"/>
              <a:buNone/>
            </a:pPr>
            <a:r>
              <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Data Used:</a:t>
            </a:r>
            <a:r>
              <a:rPr b="0" i="0" lang="en-US" sz="1600" u="none" cap="none" strike="noStrike">
                <a:solidFill>
                  <a:schemeClr val="lt1"/>
                </a:solidFill>
                <a:latin typeface="Times New Roman"/>
                <a:ea typeface="Times New Roman"/>
                <a:cs typeface="Times New Roman"/>
                <a:sym typeface="Times New Roman"/>
              </a:rPr>
              <a:t> Market Cap category and Count of Trades (Frequency).</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600"/>
              <a:buFont typeface="Century Gothic"/>
              <a:buNone/>
            </a:pPr>
            <a:r>
              <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A </a:t>
            </a:r>
            <a:r>
              <a:rPr b="1" i="0" lang="en-US" sz="1600" u="none" cap="none" strike="noStrike">
                <a:solidFill>
                  <a:schemeClr val="lt1"/>
                </a:solidFill>
                <a:latin typeface="Times New Roman"/>
                <a:ea typeface="Times New Roman"/>
                <a:cs typeface="Times New Roman"/>
                <a:sym typeface="Times New Roman"/>
              </a:rPr>
              <a:t>Grouped Column Chart</a:t>
            </a:r>
            <a:r>
              <a:rPr b="0" i="0" lang="en-US" sz="1600" u="none" cap="none" strike="noStrike">
                <a:solidFill>
                  <a:schemeClr val="lt1"/>
                </a:solidFill>
                <a:latin typeface="Times New Roman"/>
                <a:ea typeface="Times New Roman"/>
                <a:cs typeface="Times New Roman"/>
                <a:sym typeface="Times New Roman"/>
              </a:rPr>
              <a:t> allows for a quick side-by-side comparison of volume versus frequency.</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600"/>
              <a:buFont typeface="Century Gothic"/>
              <a:buNone/>
            </a:pPr>
            <a:r>
              <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Insight:</a:t>
            </a:r>
            <a:r>
              <a:rPr b="0" i="0" lang="en-US" sz="1600" u="none" cap="none" strike="noStrike">
                <a:solidFill>
                  <a:schemeClr val="lt1"/>
                </a:solidFill>
                <a:latin typeface="Times New Roman"/>
                <a:ea typeface="Times New Roman"/>
                <a:cs typeface="Times New Roman"/>
                <a:sym typeface="Times New Roman"/>
              </a:rPr>
              <a:t> Large caps have the highest trade count (6.3K), confirming they are the most liquid and active segment for all types of investors.</a:t>
            </a:r>
            <a:endParaRPr b="0" i="0" sz="1600" u="none" cap="none" strike="noStrike">
              <a:solidFill>
                <a:schemeClr val="lt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Century Gothic"/>
              <a:buNone/>
            </a:pPr>
            <a:r>
              <a:t/>
            </a:r>
            <a:endParaRPr b="1" i="0" sz="1800" u="none" cap="none" strike="noStrike">
              <a:solidFill>
                <a:srgbClr val="FF9900"/>
              </a:solidFill>
              <a:latin typeface="Times New Roman"/>
              <a:ea typeface="Times New Roman"/>
              <a:cs typeface="Times New Roman"/>
              <a:sym typeface="Times New Roman"/>
            </a:endParaRPr>
          </a:p>
        </p:txBody>
      </p:sp>
      <p:pic>
        <p:nvPicPr>
          <p:cNvPr id="282" name="Google Shape;282;p38"/>
          <p:cNvPicPr preferRelativeResize="0"/>
          <p:nvPr/>
        </p:nvPicPr>
        <p:blipFill rotWithShape="1">
          <a:blip r:embed="rId4">
            <a:alphaModFix/>
          </a:blip>
          <a:srcRect b="0" l="0" r="0" t="0"/>
          <a:stretch/>
        </p:blipFill>
        <p:spPr>
          <a:xfrm>
            <a:off x="221900" y="1125950"/>
            <a:ext cx="4184825" cy="29042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6" name="Shape 286"/>
        <p:cNvGrpSpPr/>
        <p:nvPr/>
      </p:nvGrpSpPr>
      <p:grpSpPr>
        <a:xfrm>
          <a:off x="0" y="0"/>
          <a:ext cx="0" cy="0"/>
          <a:chOff x="0" y="0"/>
          <a:chExt cx="0" cy="0"/>
        </a:xfrm>
      </p:grpSpPr>
      <p:sp>
        <p:nvSpPr>
          <p:cNvPr id="287" name="Google Shape;287;p39"/>
          <p:cNvSpPr/>
          <p:nvPr/>
        </p:nvSpPr>
        <p:spPr>
          <a:xfrm>
            <a:off x="1862775" y="222425"/>
            <a:ext cx="5755200" cy="750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Outperforming Stocks (Alpha)</a:t>
            </a:r>
            <a:endParaRPr b="1" i="0" sz="3000" u="none" cap="none" strike="noStrike">
              <a:solidFill>
                <a:schemeClr val="dk1"/>
              </a:solidFill>
              <a:latin typeface="Times New Roman"/>
              <a:ea typeface="Times New Roman"/>
              <a:cs typeface="Times New Roman"/>
              <a:sym typeface="Times New Roman"/>
            </a:endParaRPr>
          </a:p>
          <a:p>
            <a:pPr indent="0" lvl="0" marL="0" marR="0" rtl="0" algn="l">
              <a:lnSpc>
                <a:spcPct val="90001"/>
              </a:lnSpc>
              <a:spcBef>
                <a:spcPts val="0"/>
              </a:spcBef>
              <a:spcAft>
                <a:spcPts val="0"/>
              </a:spcAft>
              <a:buClr>
                <a:srgbClr val="000000"/>
              </a:buClr>
              <a:buSzPts val="3000"/>
              <a:buFont typeface="Arial"/>
              <a:buNone/>
            </a:pPr>
            <a:r>
              <a:t/>
            </a:r>
            <a:endParaRPr b="1" i="0" sz="3000" u="none" cap="none" strike="noStrike">
              <a:solidFill>
                <a:schemeClr val="dk1"/>
              </a:solidFill>
              <a:latin typeface="Times New Roman"/>
              <a:ea typeface="Times New Roman"/>
              <a:cs typeface="Times New Roman"/>
              <a:sym typeface="Times New Roman"/>
            </a:endParaRPr>
          </a:p>
        </p:txBody>
      </p:sp>
      <p:sp>
        <p:nvSpPr>
          <p:cNvPr id="288" name="Google Shape;288;p39"/>
          <p:cNvSpPr/>
          <p:nvPr/>
        </p:nvSpPr>
        <p:spPr>
          <a:xfrm>
            <a:off x="4652175" y="731520"/>
            <a:ext cx="4286250" cy="3935630"/>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None/>
            </a:pPr>
            <a:r>
              <a:rPr b="1" i="0" lang="en-US" sz="1600" u="none" cap="none" strike="noStrike">
                <a:solidFill>
                  <a:schemeClr val="lt1"/>
                </a:solidFill>
                <a:latin typeface="Times New Roman"/>
                <a:ea typeface="Times New Roman"/>
                <a:cs typeface="Times New Roman"/>
                <a:sym typeface="Times New Roman"/>
              </a:rPr>
              <a:t>Problem Statement:</a:t>
            </a:r>
            <a:r>
              <a:rPr b="0" i="0" lang="en-US" sz="1600" u="none" cap="none" strike="noStrike">
                <a:solidFill>
                  <a:schemeClr val="lt1"/>
                </a:solidFill>
                <a:latin typeface="Times New Roman"/>
                <a:ea typeface="Times New Roman"/>
                <a:cs typeface="Times New Roman"/>
                <a:sym typeface="Times New Roman"/>
              </a:rPr>
              <a:t> Which specific stocks are beating the average market return?</a:t>
            </a:r>
            <a:br>
              <a:rPr b="0" i="0" lang="en-US" sz="1600" u="none" cap="none" strike="noStrike">
                <a:solidFill>
                  <a:schemeClr val="lt1"/>
                </a:solidFill>
                <a:latin typeface="Times New Roman"/>
                <a:ea typeface="Times New Roman"/>
                <a:cs typeface="Times New Roman"/>
                <a:sym typeface="Times New Roman"/>
              </a:rPr>
            </a:b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Data Used:</a:t>
            </a:r>
            <a:r>
              <a:rPr b="0" i="0" lang="en-US" sz="1600" u="none" cap="none" strike="noStrike">
                <a:solidFill>
                  <a:schemeClr val="lt1"/>
                </a:solidFill>
                <a:latin typeface="Times New Roman"/>
                <a:ea typeface="Times New Roman"/>
                <a:cs typeface="Times New Roman"/>
                <a:sym typeface="Times New Roman"/>
              </a:rPr>
              <a:t> Company Name and Alpha Score (Relative outperformance).</a:t>
            </a:r>
            <a:br>
              <a:rPr b="0" i="0" lang="en-US" sz="1600" u="none" cap="none" strike="noStrike">
                <a:solidFill>
                  <a:schemeClr val="lt1"/>
                </a:solidFill>
                <a:latin typeface="Times New Roman"/>
                <a:ea typeface="Times New Roman"/>
                <a:cs typeface="Times New Roman"/>
                <a:sym typeface="Times New Roman"/>
              </a:rPr>
            </a:b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600" u="none" cap="none" strike="noStrike">
                <a:solidFill>
                  <a:schemeClr val="lt1"/>
                </a:solidFill>
                <a:latin typeface="Times New Roman"/>
                <a:ea typeface="Times New Roman"/>
                <a:cs typeface="Times New Roman"/>
                <a:sym typeface="Times New Roman"/>
              </a:rPr>
              <a:t>A </a:t>
            </a:r>
            <a:r>
              <a:rPr b="1" i="0" lang="en-US" sz="1600" u="none" cap="none" strike="noStrike">
                <a:solidFill>
                  <a:schemeClr val="lt1"/>
                </a:solidFill>
                <a:latin typeface="Times New Roman"/>
                <a:ea typeface="Times New Roman"/>
                <a:cs typeface="Times New Roman"/>
                <a:sym typeface="Times New Roman"/>
              </a:rPr>
              <a:t>Heatmap/Table</a:t>
            </a:r>
            <a:r>
              <a:rPr b="0" i="0" lang="en-US" sz="1600" u="none" cap="none" strike="noStrike">
                <a:solidFill>
                  <a:schemeClr val="lt1"/>
                </a:solidFill>
                <a:latin typeface="Times New Roman"/>
                <a:ea typeface="Times New Roman"/>
                <a:cs typeface="Times New Roman"/>
                <a:sym typeface="Times New Roman"/>
              </a:rPr>
              <a:t> is used because the exact number (e.g., 0.09) matters more than a visual bar. The green color-coding instantly tells the eye who the "winners" are.</a:t>
            </a:r>
            <a:br>
              <a:rPr b="0" i="0" lang="en-US" sz="1600" u="none" cap="none" strike="noStrike">
                <a:solidFill>
                  <a:schemeClr val="lt1"/>
                </a:solidFill>
                <a:latin typeface="Times New Roman"/>
                <a:ea typeface="Times New Roman"/>
                <a:cs typeface="Times New Roman"/>
                <a:sym typeface="Times New Roman"/>
              </a:rPr>
            </a:b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Insight:</a:t>
            </a:r>
            <a:r>
              <a:rPr b="0" i="0" lang="en-US" sz="1600" u="none" cap="none" strike="noStrike">
                <a:solidFill>
                  <a:schemeClr val="lt1"/>
                </a:solidFill>
                <a:latin typeface="Times New Roman"/>
                <a:ea typeface="Times New Roman"/>
                <a:cs typeface="Times New Roman"/>
                <a:sym typeface="Times New Roman"/>
              </a:rPr>
              <a:t> ICICI Bank and Suzlon are the top "Alpha" generators, meaning they are providing better returns than the general index.</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1400"/>
              </a:spcBef>
              <a:spcAft>
                <a:spcPts val="0"/>
              </a:spcAft>
              <a:buClr>
                <a:schemeClr val="dk1"/>
              </a:buClr>
              <a:buSzPts val="1800"/>
              <a:buFont typeface="Century Gothic"/>
              <a:buNone/>
            </a:pPr>
            <a:r>
              <a:t/>
            </a:r>
            <a:endParaRPr b="1" i="0" sz="1800" u="none" cap="none" strike="noStrike">
              <a:solidFill>
                <a:schemeClr val="dk1"/>
              </a:solidFill>
              <a:highlight>
                <a:schemeClr val="accent4"/>
              </a:highlight>
              <a:latin typeface="Times New Roman"/>
              <a:ea typeface="Times New Roman"/>
              <a:cs typeface="Times New Roman"/>
              <a:sym typeface="Times New Roman"/>
            </a:endParaRPr>
          </a:p>
        </p:txBody>
      </p:sp>
      <p:pic>
        <p:nvPicPr>
          <p:cNvPr id="289" name="Google Shape;289;p39"/>
          <p:cNvPicPr preferRelativeResize="0"/>
          <p:nvPr/>
        </p:nvPicPr>
        <p:blipFill rotWithShape="1">
          <a:blip r:embed="rId4">
            <a:alphaModFix/>
          </a:blip>
          <a:srcRect b="0" l="0" r="0" t="0"/>
          <a:stretch/>
        </p:blipFill>
        <p:spPr>
          <a:xfrm>
            <a:off x="249725" y="1125950"/>
            <a:ext cx="4286250" cy="3343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40"/>
          <p:cNvSpPr/>
          <p:nvPr/>
        </p:nvSpPr>
        <p:spPr>
          <a:xfrm>
            <a:off x="2808075" y="0"/>
            <a:ext cx="4131600" cy="742279"/>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Clr>
                <a:schemeClr val="lt1"/>
              </a:buClr>
              <a:buSzPts val="1100"/>
              <a:buFont typeface="Arial"/>
              <a:buNone/>
            </a:pPr>
            <a:r>
              <a:rPr b="1" i="0" lang="en-US" sz="3000" u="none" cap="none" strike="noStrike">
                <a:solidFill>
                  <a:schemeClr val="dk1"/>
                </a:solidFill>
                <a:latin typeface="Times New Roman"/>
                <a:ea typeface="Times New Roman"/>
                <a:cs typeface="Times New Roman"/>
                <a:sym typeface="Times New Roman"/>
              </a:rPr>
              <a:t>Sector by Trade Value</a:t>
            </a:r>
            <a:endParaRPr b="1" i="0" sz="3000" u="none" cap="none" strike="noStrike">
              <a:solidFill>
                <a:schemeClr val="dk1"/>
              </a:solidFill>
              <a:latin typeface="Times New Roman"/>
              <a:ea typeface="Times New Roman"/>
              <a:cs typeface="Times New Roman"/>
              <a:sym typeface="Times New Roman"/>
            </a:endParaRPr>
          </a:p>
          <a:p>
            <a:pPr indent="0" lvl="0" marL="0" marR="0" rtl="0" algn="l">
              <a:lnSpc>
                <a:spcPct val="90001"/>
              </a:lnSpc>
              <a:spcBef>
                <a:spcPts val="600"/>
              </a:spcBef>
              <a:spcAft>
                <a:spcPts val="0"/>
              </a:spcAft>
              <a:buClr>
                <a:schemeClr val="dk1"/>
              </a:buClr>
              <a:buSzPts val="3000"/>
              <a:buFont typeface="Century Gothic"/>
              <a:buNone/>
            </a:pPr>
            <a:r>
              <a:t/>
            </a:r>
            <a:endParaRPr b="0" i="0" sz="3000" u="none" cap="none" strike="noStrike">
              <a:solidFill>
                <a:schemeClr val="dk1"/>
              </a:solidFill>
              <a:latin typeface="Maven Pro"/>
              <a:ea typeface="Maven Pro"/>
              <a:cs typeface="Maven Pro"/>
              <a:sym typeface="Maven Pro"/>
            </a:endParaRPr>
          </a:p>
          <a:p>
            <a:pPr indent="0" lvl="0" marL="0" marR="0" rtl="0" algn="l">
              <a:lnSpc>
                <a:spcPct val="90001"/>
              </a:lnSpc>
              <a:spcBef>
                <a:spcPts val="0"/>
              </a:spcBef>
              <a:spcAft>
                <a:spcPts val="0"/>
              </a:spcAft>
              <a:buClr>
                <a:schemeClr val="dk1"/>
              </a:buClr>
              <a:buSzPts val="3000"/>
              <a:buFont typeface="Century Gothic"/>
              <a:buNone/>
            </a:pPr>
            <a:r>
              <a:t/>
            </a:r>
            <a:endParaRPr b="0" i="0" sz="3000" u="none" cap="none" strike="noStrike">
              <a:solidFill>
                <a:schemeClr val="dk1"/>
              </a:solidFill>
              <a:latin typeface="Maven Pro"/>
              <a:ea typeface="Maven Pro"/>
              <a:cs typeface="Maven Pro"/>
              <a:sym typeface="Maven Pro"/>
            </a:endParaRPr>
          </a:p>
        </p:txBody>
      </p:sp>
      <p:sp>
        <p:nvSpPr>
          <p:cNvPr id="295" name="Google Shape;295;p40"/>
          <p:cNvSpPr/>
          <p:nvPr/>
        </p:nvSpPr>
        <p:spPr>
          <a:xfrm>
            <a:off x="5185186" y="929625"/>
            <a:ext cx="3753239" cy="3748283"/>
          </a:xfrm>
          <a:prstGeom prst="rect">
            <a:avLst/>
          </a:prstGeom>
          <a:noFill/>
          <a:ln>
            <a:noFill/>
          </a:ln>
        </p:spPr>
        <p:txBody>
          <a:bodyPr anchorCtr="0" anchor="t" bIns="45700" lIns="91425" spcFirstLastPara="1" rIns="91425" wrap="square" tIns="45700">
            <a:noAutofit/>
          </a:bodyPr>
          <a:lstStyle/>
          <a:p>
            <a:pPr indent="0" lvl="0" marL="0" marR="0" rtl="0" algn="l">
              <a:spcBef>
                <a:spcPts val="140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Problem Statement:</a:t>
            </a:r>
            <a:r>
              <a:rPr b="0" i="0" lang="en-US" sz="1600" u="none" cap="none" strike="noStrike">
                <a:solidFill>
                  <a:schemeClr val="lt1"/>
                </a:solidFill>
                <a:latin typeface="Times New Roman"/>
                <a:ea typeface="Times New Roman"/>
                <a:cs typeface="Times New Roman"/>
                <a:sym typeface="Times New Roman"/>
              </a:rPr>
              <a:t> Which sectors have the most cash flowing through them?</a:t>
            </a:r>
            <a:br>
              <a:rPr b="0" i="0" lang="en-US" sz="1600" u="none" cap="none" strike="noStrike">
                <a:solidFill>
                  <a:schemeClr val="lt1"/>
                </a:solidFill>
                <a:latin typeface="Times New Roman"/>
                <a:ea typeface="Times New Roman"/>
                <a:cs typeface="Times New Roman"/>
                <a:sym typeface="Times New Roman"/>
              </a:rPr>
            </a:b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Data Used:</a:t>
            </a:r>
            <a:r>
              <a:rPr b="0" i="0" lang="en-US" sz="1600" u="none" cap="none" strike="noStrike">
                <a:solidFill>
                  <a:schemeClr val="lt1"/>
                </a:solidFill>
                <a:latin typeface="Times New Roman"/>
                <a:ea typeface="Times New Roman"/>
                <a:cs typeface="Times New Roman"/>
                <a:sym typeface="Times New Roman"/>
              </a:rPr>
              <a:t> Sector Names and Total Value in Billions (bn).</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600"/>
              <a:buFont typeface="Century Gothic"/>
              <a:buNone/>
            </a:pPr>
            <a:r>
              <a:t/>
            </a:r>
            <a:endParaRPr b="1"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Clr>
                <a:schemeClr val="lt1"/>
              </a:buClr>
              <a:buSzPts val="1600"/>
              <a:buFont typeface="Times New Roman"/>
              <a:buNone/>
            </a:pPr>
            <a:r>
              <a:rPr b="0" i="0" lang="en-US" sz="1600" u="none" cap="none" strike="noStrike">
                <a:solidFill>
                  <a:schemeClr val="lt1"/>
                </a:solidFill>
                <a:latin typeface="Times New Roman"/>
                <a:ea typeface="Times New Roman"/>
                <a:cs typeface="Times New Roman"/>
                <a:sym typeface="Times New Roman"/>
              </a:rPr>
              <a:t>A </a:t>
            </a:r>
            <a:r>
              <a:rPr b="1" i="0" lang="en-US" sz="1600" u="none" cap="none" strike="noStrike">
                <a:solidFill>
                  <a:schemeClr val="lt1"/>
                </a:solidFill>
                <a:latin typeface="Times New Roman"/>
                <a:ea typeface="Times New Roman"/>
                <a:cs typeface="Times New Roman"/>
                <a:sym typeface="Times New Roman"/>
              </a:rPr>
              <a:t>Funnel/Sorted Bar Chart</a:t>
            </a:r>
            <a:r>
              <a:rPr b="0" i="0" lang="en-US" sz="1600" u="none" cap="none" strike="noStrike">
                <a:solidFill>
                  <a:schemeClr val="lt1"/>
                </a:solidFill>
                <a:latin typeface="Times New Roman"/>
                <a:ea typeface="Times New Roman"/>
                <a:cs typeface="Times New Roman"/>
                <a:sym typeface="Times New Roman"/>
              </a:rPr>
              <a:t> helps prioritize. It shows the "heavyweights" at the top so you know where the most liquidity resides.</a:t>
            </a:r>
            <a:endParaRPr b="0" i="0" sz="1600" u="none" cap="none" strike="noStrike">
              <a:solidFill>
                <a:schemeClr val="lt1"/>
              </a:solidFill>
              <a:latin typeface="Times New Roman"/>
              <a:ea typeface="Times New Roman"/>
              <a:cs typeface="Times New Roman"/>
              <a:sym typeface="Times New Roman"/>
            </a:endParaRPr>
          </a:p>
          <a:p>
            <a:pPr indent="0" lvl="0" marL="0" marR="0" rtl="0" algn="l">
              <a:spcBef>
                <a:spcPts val="0"/>
              </a:spcBef>
              <a:spcAft>
                <a:spcPts val="0"/>
              </a:spcAft>
              <a:buClr>
                <a:schemeClr val="lt1"/>
              </a:buClr>
              <a:buSzPts val="1600"/>
              <a:buFont typeface="Times New Roman"/>
              <a:buNone/>
            </a:pPr>
            <a:br>
              <a:rPr b="1" i="0" lang="en-US" sz="1600" u="none" cap="none" strike="noStrike">
                <a:solidFill>
                  <a:schemeClr val="lt1"/>
                </a:solidFill>
                <a:latin typeface="Times New Roman"/>
                <a:ea typeface="Times New Roman"/>
                <a:cs typeface="Times New Roman"/>
                <a:sym typeface="Times New Roman"/>
              </a:rPr>
            </a:br>
            <a:r>
              <a:rPr b="1" i="0" lang="en-US" sz="1600" u="none" cap="none" strike="noStrike">
                <a:solidFill>
                  <a:schemeClr val="lt1"/>
                </a:solidFill>
                <a:latin typeface="Times New Roman"/>
                <a:ea typeface="Times New Roman"/>
                <a:cs typeface="Times New Roman"/>
                <a:sym typeface="Times New Roman"/>
              </a:rPr>
              <a:t>Insight:</a:t>
            </a:r>
            <a:r>
              <a:rPr b="0" i="0" lang="en-US" sz="1600" u="none" cap="none" strike="noStrike">
                <a:solidFill>
                  <a:schemeClr val="lt1"/>
                </a:solidFill>
                <a:latin typeface="Times New Roman"/>
                <a:ea typeface="Times New Roman"/>
                <a:cs typeface="Times New Roman"/>
                <a:sym typeface="Times New Roman"/>
              </a:rPr>
              <a:t> Banking and Energy are the most "liquid" sectors (over 1,200bn each), making them the safest bet for large institutional entries.</a:t>
            </a:r>
            <a:endParaRPr b="0" i="0" sz="1600" u="none" cap="none" strike="noStrike">
              <a:solidFill>
                <a:schemeClr val="lt1"/>
              </a:solidFill>
              <a:latin typeface="Times New Roman"/>
              <a:ea typeface="Times New Roman"/>
              <a:cs typeface="Times New Roman"/>
              <a:sym typeface="Times New Roman"/>
            </a:endParaRPr>
          </a:p>
          <a:p>
            <a:pPr indent="0" lvl="0" marL="457200" marR="0" rtl="0" algn="l">
              <a:spcBef>
                <a:spcPts val="0"/>
              </a:spcBef>
              <a:spcAft>
                <a:spcPts val="0"/>
              </a:spcAft>
              <a:buClr>
                <a:schemeClr val="dk1"/>
              </a:buClr>
              <a:buSzPts val="1800"/>
              <a:buFont typeface="Century Gothic"/>
              <a:buNone/>
            </a:pPr>
            <a:r>
              <a:t/>
            </a:r>
            <a:endParaRPr b="1" i="0" sz="1800" u="none" cap="none" strike="noStrike">
              <a:solidFill>
                <a:schemeClr val="dk1"/>
              </a:solidFill>
              <a:highlight>
                <a:schemeClr val="accent4"/>
              </a:highlight>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800"/>
              <a:buFont typeface="Century Gothic"/>
              <a:buNone/>
            </a:pPr>
            <a:r>
              <a:t/>
            </a:r>
            <a:endParaRPr b="1" i="0" sz="1800" u="none" cap="none" strike="noStrike">
              <a:solidFill>
                <a:srgbClr val="FF9900"/>
              </a:solidFill>
              <a:latin typeface="Times New Roman"/>
              <a:ea typeface="Times New Roman"/>
              <a:cs typeface="Times New Roman"/>
              <a:sym typeface="Times New Roman"/>
            </a:endParaRPr>
          </a:p>
        </p:txBody>
      </p:sp>
      <p:pic>
        <p:nvPicPr>
          <p:cNvPr id="296" name="Google Shape;296;p40"/>
          <p:cNvPicPr preferRelativeResize="0"/>
          <p:nvPr/>
        </p:nvPicPr>
        <p:blipFill rotWithShape="1">
          <a:blip r:embed="rId4">
            <a:alphaModFix/>
          </a:blip>
          <a:srcRect b="0" l="0" r="0" t="0"/>
          <a:stretch/>
        </p:blipFill>
        <p:spPr>
          <a:xfrm>
            <a:off x="208525" y="929625"/>
            <a:ext cx="4795974" cy="3933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p:nvPr/>
        </p:nvSpPr>
        <p:spPr>
          <a:xfrm>
            <a:off x="1990163" y="476275"/>
            <a:ext cx="4446211" cy="5664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000"/>
              </a:spcBef>
              <a:spcAft>
                <a:spcPts val="0"/>
              </a:spcAft>
              <a:buClr>
                <a:schemeClr val="lt1"/>
              </a:buClr>
              <a:buSzPts val="1100"/>
              <a:buFont typeface="Arial"/>
              <a:buNone/>
            </a:pPr>
            <a:r>
              <a:rPr b="1" i="0" lang="en-US" sz="3000" u="none" cap="none" strike="noStrike">
                <a:solidFill>
                  <a:schemeClr val="accent2"/>
                </a:solidFill>
                <a:latin typeface="Times New Roman"/>
                <a:ea typeface="Times New Roman"/>
                <a:cs typeface="Times New Roman"/>
                <a:sym typeface="Times New Roman"/>
              </a:rPr>
              <a:t>Final Outcome</a:t>
            </a:r>
            <a:endParaRPr i="0" sz="3000" u="none" cap="none" strike="noStrike">
              <a:solidFill>
                <a:schemeClr val="accent2"/>
              </a:solidFill>
              <a:latin typeface="Times New Roman"/>
              <a:ea typeface="Times New Roman"/>
              <a:cs typeface="Times New Roman"/>
              <a:sym typeface="Times New Roman"/>
            </a:endParaRPr>
          </a:p>
        </p:txBody>
      </p:sp>
      <p:sp>
        <p:nvSpPr>
          <p:cNvPr id="302" name="Google Shape;302;p41"/>
          <p:cNvSpPr/>
          <p:nvPr/>
        </p:nvSpPr>
        <p:spPr>
          <a:xfrm>
            <a:off x="1990164" y="1167726"/>
            <a:ext cx="6677185" cy="3499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000"/>
              </a:spcBef>
              <a:spcAft>
                <a:spcPts val="0"/>
              </a:spcAft>
              <a:buClr>
                <a:schemeClr val="dk1"/>
              </a:buClr>
              <a:buSzPts val="1100"/>
              <a:buFont typeface="Calibri"/>
              <a:buNone/>
            </a:pPr>
            <a:r>
              <a:rPr b="1" i="0" lang="en-US" sz="1800" u="none" cap="none" strike="noStrike">
                <a:solidFill>
                  <a:schemeClr val="dk1"/>
                </a:solidFill>
                <a:latin typeface="Calibri"/>
                <a:ea typeface="Calibri"/>
                <a:cs typeface="Calibri"/>
                <a:sym typeface="Calibri"/>
              </a:rPr>
              <a:t> </a:t>
            </a:r>
            <a:endParaRPr b="1" i="0" sz="1800" u="none" cap="none" strike="noStrike">
              <a:solidFill>
                <a:schemeClr val="dk1"/>
              </a:solidFill>
              <a:latin typeface="Calibri"/>
              <a:ea typeface="Calibri"/>
              <a:cs typeface="Calibri"/>
              <a:sym typeface="Calibri"/>
            </a:endParaRPr>
          </a:p>
          <a:p>
            <a:pPr indent="-228600" lvl="0" marL="228600" marR="0" rtl="0" algn="l">
              <a:lnSpc>
                <a:spcPct val="115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Cambria"/>
                <a:ea typeface="Cambria"/>
                <a:cs typeface="Cambria"/>
                <a:sym typeface="Cambria"/>
              </a:rPr>
              <a:t>Prepared a clean consolidated dataset suitable for reporting and analysis.</a:t>
            </a:r>
            <a:endParaRPr b="0" i="0" sz="1400" u="none" cap="none" strike="noStrike">
              <a:solidFill>
                <a:schemeClr val="dk1"/>
              </a:solidFill>
              <a:latin typeface="Cambria"/>
              <a:ea typeface="Cambria"/>
              <a:cs typeface="Cambria"/>
              <a:sym typeface="Cambria"/>
            </a:endParaRPr>
          </a:p>
          <a:p>
            <a:pPr indent="0" lvl="0" marL="228600" marR="0" rtl="0" algn="l">
              <a:lnSpc>
                <a:spcPct val="115000"/>
              </a:lnSpc>
              <a:spcBef>
                <a:spcPts val="0"/>
              </a:spcBef>
              <a:spcAft>
                <a:spcPts val="0"/>
              </a:spcAft>
              <a:buClr>
                <a:schemeClr val="dk1"/>
              </a:buClr>
              <a:buSzPts val="1400"/>
              <a:buFont typeface="Century Gothic"/>
              <a:buNone/>
            </a:pPr>
            <a:r>
              <a:t/>
            </a:r>
            <a:endParaRPr b="0" i="0" sz="1400" u="none" cap="none" strike="noStrike">
              <a:solidFill>
                <a:schemeClr val="dk1"/>
              </a:solidFill>
              <a:latin typeface="Cambria"/>
              <a:ea typeface="Cambria"/>
              <a:cs typeface="Cambria"/>
              <a:sym typeface="Cambria"/>
            </a:endParaRPr>
          </a:p>
          <a:p>
            <a:pPr indent="-228600" lvl="0" marL="228600" marR="0" rtl="0" algn="l">
              <a:lnSpc>
                <a:spcPct val="115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Cambria"/>
                <a:ea typeface="Cambria"/>
                <a:cs typeface="Cambria"/>
                <a:sym typeface="Cambria"/>
              </a:rPr>
              <a:t>Built an interactive Power BI dashboard with slicers for Year and Sector.</a:t>
            </a:r>
            <a:endParaRPr b="0" i="0" sz="1400" u="none" cap="none" strike="noStrike">
              <a:solidFill>
                <a:schemeClr val="dk1"/>
              </a:solidFill>
              <a:latin typeface="Cambria"/>
              <a:ea typeface="Cambria"/>
              <a:cs typeface="Cambria"/>
              <a:sym typeface="Cambria"/>
            </a:endParaRPr>
          </a:p>
          <a:p>
            <a:pPr indent="0" lvl="0" marL="228600" marR="0" rtl="0" algn="l">
              <a:lnSpc>
                <a:spcPct val="115000"/>
              </a:lnSpc>
              <a:spcBef>
                <a:spcPts val="0"/>
              </a:spcBef>
              <a:spcAft>
                <a:spcPts val="0"/>
              </a:spcAft>
              <a:buClr>
                <a:schemeClr val="dk1"/>
              </a:buClr>
              <a:buSzPts val="1400"/>
              <a:buFont typeface="Century Gothic"/>
              <a:buNone/>
            </a:pPr>
            <a:r>
              <a:t/>
            </a:r>
            <a:endParaRPr b="0" i="0" sz="1400" u="none" cap="none" strike="noStrike">
              <a:solidFill>
                <a:schemeClr val="dk1"/>
              </a:solidFill>
              <a:latin typeface="Cambria"/>
              <a:ea typeface="Cambria"/>
              <a:cs typeface="Cambria"/>
              <a:sym typeface="Cambria"/>
            </a:endParaRPr>
          </a:p>
          <a:p>
            <a:pPr indent="-228600" lvl="0" marL="228600" marR="0" rtl="0" algn="l">
              <a:lnSpc>
                <a:spcPct val="115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Cambria"/>
                <a:ea typeface="Cambria"/>
                <a:cs typeface="Cambria"/>
                <a:sym typeface="Cambria"/>
              </a:rPr>
              <a:t>Created KPIs to summarize market performance quickly.</a:t>
            </a:r>
            <a:endParaRPr b="0" i="0" sz="1400" u="none" cap="none" strike="noStrike">
              <a:solidFill>
                <a:schemeClr val="dk1"/>
              </a:solidFill>
              <a:latin typeface="Cambria"/>
              <a:ea typeface="Cambria"/>
              <a:cs typeface="Cambria"/>
              <a:sym typeface="Cambria"/>
            </a:endParaRPr>
          </a:p>
          <a:p>
            <a:pPr indent="0" lvl="0" marL="228600" marR="0" rtl="0" algn="l">
              <a:lnSpc>
                <a:spcPct val="115000"/>
              </a:lnSpc>
              <a:spcBef>
                <a:spcPts val="0"/>
              </a:spcBef>
              <a:spcAft>
                <a:spcPts val="0"/>
              </a:spcAft>
              <a:buClr>
                <a:schemeClr val="dk1"/>
              </a:buClr>
              <a:buSzPts val="1400"/>
              <a:buFont typeface="Century Gothic"/>
              <a:buNone/>
            </a:pPr>
            <a:r>
              <a:t/>
            </a:r>
            <a:endParaRPr b="0" i="0" sz="1400" u="none" cap="none" strike="noStrike">
              <a:solidFill>
                <a:schemeClr val="dk1"/>
              </a:solidFill>
              <a:latin typeface="Cambria"/>
              <a:ea typeface="Cambria"/>
              <a:cs typeface="Cambria"/>
              <a:sym typeface="Cambria"/>
            </a:endParaRPr>
          </a:p>
          <a:p>
            <a:pPr indent="-228600" lvl="0" marL="228600" marR="0" rtl="0" algn="l">
              <a:lnSpc>
                <a:spcPct val="115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Cambria"/>
                <a:ea typeface="Cambria"/>
                <a:cs typeface="Cambria"/>
                <a:sym typeface="Cambria"/>
              </a:rPr>
              <a:t>Designed charts to highlight liquidity, sector performance, volatility, and market cap impact.</a:t>
            </a:r>
            <a:endParaRPr b="0" i="0" sz="1400" u="none" cap="none" strike="noStrike">
              <a:solidFill>
                <a:schemeClr val="dk1"/>
              </a:solidFill>
              <a:latin typeface="Cambria"/>
              <a:ea typeface="Cambria"/>
              <a:cs typeface="Cambria"/>
              <a:sym typeface="Cambria"/>
            </a:endParaRPr>
          </a:p>
          <a:p>
            <a:pPr indent="0" lvl="0" marL="228600" marR="0" rtl="0" algn="l">
              <a:lnSpc>
                <a:spcPct val="115000"/>
              </a:lnSpc>
              <a:spcBef>
                <a:spcPts val="0"/>
              </a:spcBef>
              <a:spcAft>
                <a:spcPts val="0"/>
              </a:spcAft>
              <a:buClr>
                <a:schemeClr val="dk1"/>
              </a:buClr>
              <a:buSzPts val="1400"/>
              <a:buFont typeface="Century Gothic"/>
              <a:buNone/>
            </a:pPr>
            <a:r>
              <a:t/>
            </a:r>
            <a:endParaRPr b="0" i="0" sz="1400" u="none" cap="none" strike="noStrike">
              <a:solidFill>
                <a:schemeClr val="dk1"/>
              </a:solidFill>
              <a:latin typeface="Cambria"/>
              <a:ea typeface="Cambria"/>
              <a:cs typeface="Cambria"/>
              <a:sym typeface="Cambria"/>
            </a:endParaRPr>
          </a:p>
          <a:p>
            <a:pPr indent="-228600" lvl="0" marL="228600" marR="0" rtl="0" algn="l">
              <a:lnSpc>
                <a:spcPct val="115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Cambria"/>
                <a:ea typeface="Cambria"/>
                <a:cs typeface="Cambria"/>
                <a:sym typeface="Cambria"/>
              </a:rPr>
              <a:t>Enabled identification of top-performing stocks and high-trade sectors.</a:t>
            </a:r>
            <a:endParaRPr b="0" i="0" sz="1400" u="none" cap="none" strike="noStrike">
              <a:solidFill>
                <a:schemeClr val="dk1"/>
              </a:solidFill>
              <a:latin typeface="Cambria"/>
              <a:ea typeface="Cambria"/>
              <a:cs typeface="Cambria"/>
              <a:sym typeface="Cambria"/>
            </a:endParaRPr>
          </a:p>
          <a:p>
            <a:pPr indent="0" lvl="0" marL="0" marR="0" rtl="0" algn="l">
              <a:lnSpc>
                <a:spcPct val="150000"/>
              </a:lnSpc>
              <a:spcBef>
                <a:spcPts val="1000"/>
              </a:spcBef>
              <a:spcAft>
                <a:spcPts val="0"/>
              </a:spcAft>
              <a:buClr>
                <a:schemeClr val="dk1"/>
              </a:buClr>
              <a:buSzPts val="1800"/>
              <a:buFont typeface="Century Gothic"/>
              <a:buNone/>
            </a:pPr>
            <a:r>
              <a:t/>
            </a:r>
            <a:endParaRPr b="0" i="0" sz="1800" u="none" cap="none" strike="noStrike">
              <a:solidFill>
                <a:schemeClr val="dk1"/>
              </a:solidFill>
              <a:latin typeface="Maven Pro"/>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2599550" y="447950"/>
            <a:ext cx="5578200" cy="7059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3000"/>
              <a:buFont typeface="Maven Pro"/>
              <a:buNone/>
            </a:pPr>
            <a:r>
              <a:rPr b="1" lang="en-US" sz="3000" u="none" strike="noStrike">
                <a:solidFill>
                  <a:schemeClr val="accent2"/>
                </a:solidFill>
                <a:latin typeface="Times New Roman"/>
                <a:ea typeface="Times New Roman"/>
                <a:cs typeface="Times New Roman"/>
                <a:sym typeface="Times New Roman"/>
              </a:rPr>
              <a:t>Conclusions</a:t>
            </a:r>
            <a:endParaRPr b="1" sz="3000" u="none" strike="noStrike">
              <a:solidFill>
                <a:schemeClr val="accent2"/>
              </a:solidFill>
              <a:latin typeface="Times New Roman"/>
              <a:ea typeface="Times New Roman"/>
              <a:cs typeface="Times New Roman"/>
              <a:sym typeface="Times New Roman"/>
            </a:endParaRPr>
          </a:p>
        </p:txBody>
      </p:sp>
      <p:sp>
        <p:nvSpPr>
          <p:cNvPr id="308" name="Google Shape;308;p42"/>
          <p:cNvSpPr txBox="1"/>
          <p:nvPr>
            <p:ph idx="1" type="body"/>
          </p:nvPr>
        </p:nvSpPr>
        <p:spPr>
          <a:xfrm>
            <a:off x="2599550" y="1445750"/>
            <a:ext cx="5935800" cy="2933100"/>
          </a:xfrm>
          <a:prstGeom prst="rect">
            <a:avLst/>
          </a:prstGeom>
          <a:noFill/>
          <a:ln>
            <a:noFill/>
          </a:ln>
        </p:spPr>
        <p:txBody>
          <a:bodyPr anchorCtr="0" anchor="t" bIns="91425" lIns="91425" spcFirstLastPara="1" rIns="91425" wrap="square" tIns="91425">
            <a:normAutofit/>
          </a:bodyPr>
          <a:lstStyle/>
          <a:p>
            <a:pPr indent="0" lvl="0" marL="0" marR="0" rtl="0" algn="just">
              <a:lnSpc>
                <a:spcPct val="100000"/>
              </a:lnSpc>
              <a:spcBef>
                <a:spcPts val="0"/>
              </a:spcBef>
              <a:spcAft>
                <a:spcPts val="0"/>
              </a:spcAft>
              <a:buClr>
                <a:schemeClr val="dk1"/>
              </a:buClr>
              <a:buSzPts val="1200"/>
              <a:buFont typeface="Maven Pro"/>
              <a:buNone/>
            </a:pPr>
            <a:r>
              <a:rPr i="0" lang="en-US" sz="1200" u="none" cap="none" strike="noStrike">
                <a:solidFill>
                  <a:schemeClr val="dk1"/>
                </a:solidFill>
                <a:latin typeface="Times New Roman"/>
                <a:ea typeface="Times New Roman"/>
                <a:cs typeface="Times New Roman"/>
                <a:sym typeface="Times New Roman"/>
              </a:rPr>
              <a:t>Market analysis reveals investor concentration in large-cap stocks with significant trading activity and market value. Medium to high volatility conditions create dynamic trading environments, favoring active market participants. Sector performance varies widely, with Banking and Infrastructure leading growth, underscoring the importance of sectoral diversification and careful risk management.</a:t>
            </a:r>
            <a:endParaRPr i="0" sz="12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200"/>
              <a:buFont typeface="Maven Pro"/>
              <a:buNone/>
            </a:pPr>
            <a:r>
              <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1000"/>
              </a:spcAft>
              <a:buClr>
                <a:schemeClr val="lt1"/>
              </a:buClr>
              <a:buSzPts val="1100"/>
              <a:buFont typeface="Arial"/>
              <a:buNone/>
            </a:pPr>
            <a:r>
              <a:rPr lang="en-US" sz="1200">
                <a:solidFill>
                  <a:schemeClr val="dk1"/>
                </a:solidFill>
                <a:latin typeface="Times New Roman"/>
                <a:ea typeface="Times New Roman"/>
                <a:cs typeface="Times New Roman"/>
                <a:sym typeface="Times New Roman"/>
              </a:rPr>
              <a:t>This project successfully transformed raw stock market data into a structured format and developed a Power BI dashboard for equity analysis. The dashboard provides meaningful insights into market trends, sector contributions, volatility distribution, and top-performing stocks. This analysis supports better decision-making for investors and helps in understanding market behavior.</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